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4"/>
    <p:sldMasterId id="2147483725" r:id="rId5"/>
  </p:sldMasterIdLst>
  <p:notesMasterIdLst>
    <p:notesMasterId r:id="rId19"/>
  </p:notesMasterIdLst>
  <p:handoutMasterIdLst>
    <p:handoutMasterId r:id="rId20"/>
  </p:handoutMasterIdLst>
  <p:sldIdLst>
    <p:sldId id="263" r:id="rId6"/>
    <p:sldId id="266" r:id="rId7"/>
    <p:sldId id="265" r:id="rId8"/>
    <p:sldId id="267" r:id="rId9"/>
    <p:sldId id="268" r:id="rId10"/>
    <p:sldId id="269" r:id="rId11"/>
    <p:sldId id="273" r:id="rId12"/>
    <p:sldId id="270" r:id="rId13"/>
    <p:sldId id="271" r:id="rId14"/>
    <p:sldId id="274" r:id="rId15"/>
    <p:sldId id="275" r:id="rId16"/>
    <p:sldId id="276"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1E4"/>
    <a:srgbClr val="E6E8F2"/>
    <a:srgbClr val="D0D4E8"/>
    <a:srgbClr val="ABE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10" autoAdjust="0"/>
  </p:normalViewPr>
  <p:slideViewPr>
    <p:cSldViewPr>
      <p:cViewPr varScale="1">
        <p:scale>
          <a:sx n="74" d="100"/>
          <a:sy n="74" d="100"/>
        </p:scale>
        <p:origin x="1266" y="66"/>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notesViewPr>
    <p:cSldViewPr>
      <p:cViewPr varScale="1">
        <p:scale>
          <a:sx n="83" d="100"/>
          <a:sy n="83" d="100"/>
        </p:scale>
        <p:origin x="-199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F45B8CD-F359-4D94-8AD1-923710D8C70B}" type="datetimeFigureOut">
              <a:rPr lang="en-US" smtClean="0"/>
              <a:pPr/>
              <a:t>5/16/2020</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135FA1E-2594-4534-BDDE-F96DBDDC8208}" type="slidenum">
              <a:rPr lang="en-IN" smtClean="0"/>
              <a:pPr/>
              <a:t>‹#›</a:t>
            </a:fld>
            <a:endParaRPr lang="en-IN"/>
          </a:p>
        </p:txBody>
      </p:sp>
    </p:spTree>
    <p:extLst>
      <p:ext uri="{BB962C8B-B14F-4D97-AF65-F5344CB8AC3E}">
        <p14:creationId xmlns:p14="http://schemas.microsoft.com/office/powerpoint/2010/main" val="136973005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571644" y="428596"/>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643050" y="4100538"/>
            <a:ext cx="4500594" cy="41148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Rectangle 14"/>
          <p:cNvSpPr>
            <a:spLocks noChangeArrowheads="1"/>
          </p:cNvSpPr>
          <p:nvPr/>
        </p:nvSpPr>
        <p:spPr bwMode="auto">
          <a:xfrm>
            <a:off x="214290" y="71406"/>
            <a:ext cx="6500813" cy="309563"/>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latin typeface="Arial" panose="020B0604020202020204" pitchFamily="34" charset="0"/>
                <a:cs typeface="Arial" panose="020B0604020202020204" pitchFamily="34" charset="0"/>
              </a:rPr>
              <a:t>&lt;Course Name&gt;		</a:t>
            </a:r>
            <a:endParaRPr lang="en-US" dirty="0">
              <a:solidFill>
                <a:schemeClr val="tx1"/>
              </a:solidFill>
              <a:latin typeface="Arial" panose="020B0604020202020204" pitchFamily="34" charset="0"/>
              <a:cs typeface="Arial" panose="020B0604020202020204" pitchFamily="34" charset="0"/>
            </a:endParaRPr>
          </a:p>
        </p:txBody>
      </p:sp>
      <p:sp>
        <p:nvSpPr>
          <p:cNvPr id="9" name="Rectangle 14"/>
          <p:cNvSpPr>
            <a:spLocks noChangeArrowheads="1"/>
          </p:cNvSpPr>
          <p:nvPr/>
        </p:nvSpPr>
        <p:spPr bwMode="auto">
          <a:xfrm>
            <a:off x="3962793" y="8591057"/>
            <a:ext cx="2762530" cy="448235"/>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Arial" panose="020B0604020202020204" pitchFamily="34" charset="0"/>
                <a:cs typeface="Arial" panose="020B0604020202020204" pitchFamily="34" charset="0"/>
              </a:rPr>
              <a:t>		    Page 0-</a:t>
            </a:r>
            <a:fld id="{BD9FB300-F9DC-4669-88F4-967ABA23CC04}" type="slidenum">
              <a:rPr lang="en-US" sz="1000" smtClean="0">
                <a:latin typeface="Arial" panose="020B0604020202020204" pitchFamily="34" charset="0"/>
                <a:cs typeface="Arial" panose="020B0604020202020204"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r>
              <a:rPr lang="en-US" sz="1000" dirty="0" smtClean="0">
                <a:latin typeface="Arial" panose="020B0604020202020204" pitchFamily="34" charset="0"/>
                <a:cs typeface="Arial" panose="020B0604020202020204" pitchFamily="34" charset="0"/>
              </a:rPr>
              <a:t> </a:t>
            </a:r>
          </a:p>
          <a:p>
            <a:endParaRPr lang="en-US" sz="1000" dirty="0">
              <a:latin typeface="Arial" panose="020B0604020202020204" pitchFamily="34" charset="0"/>
              <a:cs typeface="Arial" panose="020B0604020202020204" pitchFamily="34" charset="0"/>
            </a:endParaRPr>
          </a:p>
        </p:txBody>
      </p:sp>
      <p:sp>
        <p:nvSpPr>
          <p:cNvPr id="10" name="Line 8"/>
          <p:cNvSpPr>
            <a:spLocks noChangeShapeType="1"/>
          </p:cNvSpPr>
          <p:nvPr/>
        </p:nvSpPr>
        <p:spPr bwMode="auto">
          <a:xfrm>
            <a:off x="1428736" y="357158"/>
            <a:ext cx="0" cy="8001000"/>
          </a:xfrm>
          <a:prstGeom prst="line">
            <a:avLst/>
          </a:prstGeom>
          <a:noFill/>
          <a:ln w="9525">
            <a:solidFill>
              <a:schemeClr val="tx1"/>
            </a:solidFill>
            <a:round/>
            <a:headEnd/>
            <a:tailEnd/>
          </a:ln>
          <a:effectLst/>
        </p:spPr>
        <p:txBody>
          <a:bodyPr/>
          <a:lstStyle/>
          <a:p>
            <a:endParaRPr lang="en-US"/>
          </a:p>
        </p:txBody>
      </p:sp>
      <p:sp>
        <p:nvSpPr>
          <p:cNvPr id="11" name="Text Box 9"/>
          <p:cNvSpPr txBox="1">
            <a:spLocks noChangeArrowheads="1"/>
          </p:cNvSpPr>
          <p:nvPr/>
        </p:nvSpPr>
        <p:spPr bwMode="auto">
          <a:xfrm>
            <a:off x="0" y="642910"/>
            <a:ext cx="1357298" cy="461665"/>
          </a:xfrm>
          <a:prstGeom prst="rect">
            <a:avLst/>
          </a:prstGeom>
          <a:noFill/>
          <a:ln w="9525">
            <a:noFill/>
            <a:miter lim="800000"/>
            <a:headEnd/>
            <a:tailEnd/>
          </a:ln>
          <a:effectLst/>
        </p:spPr>
        <p:txBody>
          <a:bodyPr wrap="square">
            <a:spAutoFit/>
          </a:bodyPr>
          <a:lstStyle/>
          <a:p>
            <a:pPr>
              <a:spcBef>
                <a:spcPct val="50000"/>
              </a:spcBef>
            </a:pPr>
            <a:r>
              <a:rPr lang="en-US" sz="1200" b="1" dirty="0">
                <a:latin typeface="Arial" panose="020B0604020202020204" pitchFamily="34" charset="0"/>
                <a:cs typeface="Arial" panose="020B0604020202020204" pitchFamily="34" charset="0"/>
              </a:rPr>
              <a:t>Instructor Notes:</a:t>
            </a:r>
          </a:p>
        </p:txBody>
      </p:sp>
    </p:spTree>
    <p:extLst>
      <p:ext uri="{BB962C8B-B14F-4D97-AF65-F5344CB8AC3E}">
        <p14:creationId xmlns:p14="http://schemas.microsoft.com/office/powerpoint/2010/main" val="208246512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2pPr>
    <a:lvl3pPr marL="9144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3pPr>
    <a:lvl4pPr marL="13716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4pPr>
    <a:lvl5pPr marL="182880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a:p>
            <a:r>
              <a:rPr lang="en-US" dirty="0" smtClean="0"/>
              <a:t>©</a:t>
            </a:r>
            <a:r>
              <a:rPr lang="en-US" dirty="0"/>
              <a:t>2016 Capgemini. All rights reserved.</a:t>
            </a:r>
            <a:br>
              <a:rPr lang="en-US" dirty="0"/>
            </a:br>
            <a:r>
              <a:rPr lang="en-US" dirty="0"/>
              <a:t>The information contained in this document is proprietary and confidential. For Capgemini only</a:t>
            </a:r>
            <a:r>
              <a:rPr lang="en-US" dirty="0" smtClean="0"/>
              <a:t>.</a:t>
            </a:r>
            <a:endParaRPr lang="en-US" dirty="0"/>
          </a:p>
        </p:txBody>
      </p:sp>
      <p:sp>
        <p:nvSpPr>
          <p:cNvPr id="5" name="Slide Image Placeholder 4"/>
          <p:cNvSpPr>
            <a:spLocks noGrp="1" noRot="1" noChangeAspect="1"/>
          </p:cNvSpPr>
          <p:nvPr>
            <p:ph type="sldImg"/>
          </p:nvPr>
        </p:nvSpPr>
        <p:spPr>
          <a:xfrm>
            <a:off x="1571625" y="428625"/>
            <a:ext cx="4572000" cy="3429000"/>
          </a:xfr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3124503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1496895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4215016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3522715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
          <p:cNvSpPr txBox="1">
            <a:spLocks noChangeArrowheads="1"/>
          </p:cNvSpPr>
          <p:nvPr/>
        </p:nvSpPr>
        <p:spPr bwMode="auto">
          <a:xfrm>
            <a:off x="142381" y="1114893"/>
            <a:ext cx="1594663" cy="399104"/>
          </a:xfrm>
          <a:prstGeom prst="rect">
            <a:avLst/>
          </a:prstGeom>
          <a:noFill/>
          <a:ln w="9525">
            <a:noFill/>
            <a:miter lim="800000"/>
            <a:headEnd/>
            <a:tailEnd/>
          </a:ln>
          <a:effectLst/>
        </p:spPr>
        <p:txBody>
          <a:bodyPr lIns="90443" tIns="45222" rIns="90443" bIns="45222">
            <a:spAutoFit/>
          </a:bodyPr>
          <a:lstStyle/>
          <a:p>
            <a:pPr>
              <a:spcBef>
                <a:spcPct val="50000"/>
              </a:spcBef>
            </a:pPr>
            <a:r>
              <a:rPr lang="en-US" sz="1000" dirty="0" smtClean="0">
                <a:latin typeface="Arial" pitchFamily="34" charset="0"/>
                <a:cs typeface="Arial" pitchFamily="34" charset="0"/>
              </a:rPr>
              <a:t>Add instructor notes here. </a:t>
            </a:r>
            <a:endParaRPr lang="en-US" sz="1000" dirty="0">
              <a:latin typeface="Arial" pitchFamily="34" charset="0"/>
              <a:cs typeface="Arial" pitchFamily="34" charset="0"/>
            </a:endParaRPr>
          </a:p>
        </p:txBody>
      </p:sp>
      <p:sp>
        <p:nvSpPr>
          <p:cNvPr id="5" name="Slide Image Placeholder 4"/>
          <p:cNvSpPr>
            <a:spLocks noGrp="1" noRot="1" noChangeAspect="1"/>
          </p:cNvSpPr>
          <p:nvPr>
            <p:ph type="sldImg"/>
          </p:nvPr>
        </p:nvSpPr>
        <p:spPr>
          <a:xfrm>
            <a:off x="1571625" y="428625"/>
            <a:ext cx="4572000" cy="3429000"/>
          </a:xfrm>
        </p:spPr>
      </p:sp>
      <p:sp>
        <p:nvSpPr>
          <p:cNvPr id="7" name="Notes Placeholder 6"/>
          <p:cNvSpPr>
            <a:spLocks noGrp="1"/>
          </p:cNvSpPr>
          <p:nvPr>
            <p:ph type="body" idx="1"/>
          </p:nvPr>
        </p:nvSpPr>
        <p:spPr/>
        <p:txBody>
          <a:bodyPr>
            <a:normAutofit/>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image" Target="../media/image5.emf"/><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tags" Target="../tags/tag12.xml"/><Relationship Id="rId11" Type="http://schemas.openxmlformats.org/officeDocument/2006/relationships/oleObject" Target="../embeddings/oleObject2.bin"/><Relationship Id="rId5" Type="http://schemas.openxmlformats.org/officeDocument/2006/relationships/tags" Target="../tags/tag11.xml"/><Relationship Id="rId10" Type="http://schemas.openxmlformats.org/officeDocument/2006/relationships/image" Target="../media/image4.jpeg"/><Relationship Id="rId4" Type="http://schemas.openxmlformats.org/officeDocument/2006/relationships/tags" Target="../tags/tag10.xml"/><Relationship Id="rId9"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1.emf"/><Relationship Id="rId2" Type="http://schemas.openxmlformats.org/officeDocument/2006/relationships/tags" Target="../tags/tag16.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18.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8.xml"/><Relationship Id="rId7" Type="http://schemas.openxmlformats.org/officeDocument/2006/relationships/oleObject" Target="../embeddings/oleObject6.bin"/><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slideMaster" Target="../slideMasters/slideMaster1.xml"/><Relationship Id="rId5" Type="http://schemas.openxmlformats.org/officeDocument/2006/relationships/tags" Target="../tags/tag30.xml"/><Relationship Id="rId4" Type="http://schemas.openxmlformats.org/officeDocument/2006/relationships/tags" Target="../tags/tag29.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2.xml"/><Relationship Id="rId7" Type="http://schemas.openxmlformats.org/officeDocument/2006/relationships/tags" Target="../tags/tag36.xml"/><Relationship Id="rId2" Type="http://schemas.openxmlformats.org/officeDocument/2006/relationships/tags" Target="../tags/tag31.xml"/><Relationship Id="rId1" Type="http://schemas.openxmlformats.org/officeDocument/2006/relationships/vmlDrawing" Target="../drawings/vmlDrawing7.vml"/><Relationship Id="rId6" Type="http://schemas.openxmlformats.org/officeDocument/2006/relationships/tags" Target="../tags/tag35.xml"/><Relationship Id="rId5" Type="http://schemas.openxmlformats.org/officeDocument/2006/relationships/tags" Target="../tags/tag34.xml"/><Relationship Id="rId10" Type="http://schemas.openxmlformats.org/officeDocument/2006/relationships/image" Target="../media/image1.emf"/><Relationship Id="rId4" Type="http://schemas.openxmlformats.org/officeDocument/2006/relationships/tags" Target="../tags/tag33.xml"/><Relationship Id="rId9" Type="http://schemas.openxmlformats.org/officeDocument/2006/relationships/oleObject" Target="../embeddings/oleObject7.bin"/></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vmlDrawing" Target="../drawings/vmlDrawing8.vml"/><Relationship Id="rId6" Type="http://schemas.openxmlformats.org/officeDocument/2006/relationships/image" Target="../media/image1.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vmlDrawing" Target="../drawings/vmlDrawing9.v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12" name="Image 11" descr="shutterstock_111035876.jpg"/>
          <p:cNvPicPr>
            <a:picLocks noChangeAspect="1"/>
          </p:cNvPicPr>
          <p:nvPr userDrawn="1"/>
        </p:nvPicPr>
        <p:blipFill>
          <a:blip r:embed="rId9" cstate="print"/>
          <a:srcRect b="6147"/>
          <a:stretch>
            <a:fillRect/>
          </a:stretch>
        </p:blipFill>
        <p:spPr>
          <a:xfrm>
            <a:off x="0" y="972965"/>
            <a:ext cx="9144000" cy="5885035"/>
          </a:xfrm>
          <a:prstGeom prst="rect">
            <a:avLst/>
          </a:prstGeom>
          <a:noFill/>
          <a:ln>
            <a:noFill/>
          </a:ln>
        </p:spPr>
      </p:pic>
      <p:sp>
        <p:nvSpPr>
          <p:cNvPr id="18" name="Rectangle 17"/>
          <p:cNvSpPr/>
          <p:nvPr userDrawn="1">
            <p:custDataLst>
              <p:tags r:id="rId2"/>
            </p:custDataLst>
          </p:nvPr>
        </p:nvSpPr>
        <p:spPr>
          <a:xfrm>
            <a:off x="0" y="6400876"/>
            <a:ext cx="9144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smtClean="0"/>
          </a:p>
        </p:txBody>
      </p:sp>
      <p:sp>
        <p:nvSpPr>
          <p:cNvPr id="17" name="Rectangle 7"/>
          <p:cNvSpPr/>
          <p:nvPr userDrawn="1">
            <p:custDataLst>
              <p:tags r:id="rId3"/>
            </p:custDataLst>
          </p:nvPr>
        </p:nvSpPr>
        <p:spPr bwMode="auto">
          <a:xfrm>
            <a:off x="1" y="0"/>
            <a:ext cx="914429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0 w 10560222"/>
              <a:gd name="connsiteY0" fmla="*/ 0 h 2958168"/>
              <a:gd name="connsiteX1" fmla="*/ 10559466 w 10560222"/>
              <a:gd name="connsiteY1" fmla="*/ 0 h 2958168"/>
              <a:gd name="connsiteX2" fmla="*/ 10558968 w 10560222"/>
              <a:gd name="connsiteY2" fmla="*/ 1476338 h 2958168"/>
              <a:gd name="connsiteX3" fmla="*/ 9286405 w 10560222"/>
              <a:gd name="connsiteY3" fmla="*/ 2153103 h 2958168"/>
              <a:gd name="connsiteX4" fmla="*/ 2315369 w 10560222"/>
              <a:gd name="connsiteY4" fmla="*/ 2159512 h 2958168"/>
              <a:gd name="connsiteX5" fmla="*/ 1178700 w 10560222"/>
              <a:gd name="connsiteY5" fmla="*/ 2958168 h 2958168"/>
              <a:gd name="connsiteX6" fmla="*/ 0 w 10560222"/>
              <a:gd name="connsiteY6" fmla="*/ 2174065 h 2958168"/>
              <a:gd name="connsiteX7" fmla="*/ 0 w 10560222"/>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0222" h="2958168">
                <a:moveTo>
                  <a:pt x="0" y="0"/>
                </a:moveTo>
                <a:lnTo>
                  <a:pt x="10559466" y="0"/>
                </a:lnTo>
                <a:cubicBezTo>
                  <a:pt x="10559979" y="67600"/>
                  <a:pt x="10560222" y="1432923"/>
                  <a:pt x="10558968" y="1476338"/>
                </a:cubicBezTo>
                <a:cubicBezTo>
                  <a:pt x="10081572" y="2148347"/>
                  <a:pt x="9702991" y="2158423"/>
                  <a:pt x="9286405" y="2153103"/>
                </a:cubicBezTo>
                <a:lnTo>
                  <a:pt x="2315369" y="2159512"/>
                </a:lnTo>
                <a:cubicBezTo>
                  <a:pt x="1738155" y="2192654"/>
                  <a:pt x="1370309" y="2495346"/>
                  <a:pt x="1178700" y="2958168"/>
                </a:cubicBezTo>
                <a:cubicBezTo>
                  <a:pt x="880346" y="2254391"/>
                  <a:pt x="278640" y="2173187"/>
                  <a:pt x="0" y="2174065"/>
                </a:cubicBezTo>
                <a:cubicBezTo>
                  <a:pt x="2067" y="2138552"/>
                  <a:pt x="1272" y="95582"/>
                  <a:pt x="0" y="0"/>
                </a:cubicBezTo>
                <a:close/>
              </a:path>
            </a:pathLst>
          </a:custGeom>
          <a:solidFill>
            <a:schemeClr val="bg1"/>
          </a:solidFill>
          <a:ln w="12700" cmpd="sng" algn="ctr">
            <a:noFill/>
            <a:miter lim="800000"/>
            <a:headEnd/>
            <a:tailEnd/>
          </a:ln>
          <a:effectLst>
            <a:outerShdw blurRad="127000" dist="25400" dir="5400000" algn="t" rotWithShape="0">
              <a:schemeClr val="tx1">
                <a:alpha val="25000"/>
              </a:schemeClr>
            </a:outerShdw>
          </a:effectLst>
        </p:spPr>
        <p:txBody>
          <a:bodyPr wrap="square" lIns="33059" tIns="42976" rIns="33059" bIns="42976" rtlCol="0" anchor="ctr"/>
          <a:lstStyle/>
          <a:p>
            <a:pPr algn="ctr" fontAlgn="auto">
              <a:spcBef>
                <a:spcPts val="0"/>
              </a:spcBef>
              <a:spcAft>
                <a:spcPts val="0"/>
              </a:spcAft>
            </a:pPr>
            <a:endParaRPr lang="en-US" sz="1000" dirty="0" smtClean="0">
              <a:solidFill>
                <a:schemeClr val="bg1"/>
              </a:solidFill>
              <a:latin typeface="Arial"/>
              <a:cs typeface="Arial"/>
            </a:endParaRPr>
          </a:p>
        </p:txBody>
      </p:sp>
      <p:pic>
        <p:nvPicPr>
          <p:cNvPr id="11" name="Image 10" descr="Capgemini_logo.jpg"/>
          <p:cNvPicPr>
            <a:picLocks noChangeAspect="1"/>
          </p:cNvPicPr>
          <p:nvPr userDrawn="1"/>
        </p:nvPicPr>
        <p:blipFill>
          <a:blip r:embed="rId10" cstate="print"/>
          <a:stretch>
            <a:fillRect/>
          </a:stretch>
        </p:blipFill>
        <p:spPr>
          <a:xfrm>
            <a:off x="679098" y="658705"/>
            <a:ext cx="2880360" cy="685800"/>
          </a:xfrm>
          <a:prstGeom prst="rect">
            <a:avLst/>
          </a:prstGeom>
          <a:noFill/>
          <a:ln>
            <a:noFill/>
          </a:ln>
        </p:spPr>
      </p:pic>
      <p:graphicFrame>
        <p:nvGraphicFramePr>
          <p:cNvPr id="5" name="Object 4" hidden="1"/>
          <p:cNvGraphicFramePr>
            <a:graphicFrameLocks noChangeAspect="1"/>
          </p:cNvGraphicFramePr>
          <p:nvPr>
            <p:custDataLst>
              <p:tags r:id="rId4"/>
            </p:custDataLst>
          </p:nvPr>
        </p:nvGraphicFramePr>
        <p:xfrm>
          <a:off x="1" y="0"/>
          <a:ext cx="146538" cy="158750"/>
        </p:xfrm>
        <a:graphic>
          <a:graphicData uri="http://schemas.openxmlformats.org/presentationml/2006/ole">
            <mc:AlternateContent xmlns:mc="http://schemas.openxmlformats.org/markup-compatibility/2006">
              <mc:Choice xmlns:v="urn:schemas-microsoft-com:vml" Requires="v">
                <p:oleObj spid="_x0000_s11272" name="think-cell Slide" r:id="rId11" imgW="360" imgH="360" progId="">
                  <p:embed/>
                </p:oleObj>
              </mc:Choice>
              <mc:Fallback>
                <p:oleObj name="think-cell Slide" r:id="rId11" imgW="360" imgH="36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104" descr="C:\Users\UserSim\Desktop\Capgemini\moto.emf"/>
          <p:cNvPicPr>
            <a:picLocks noChangeAspect="1" noChangeArrowheads="1"/>
          </p:cNvPicPr>
          <p:nvPr userDrawn="1">
            <p:custDataLst>
              <p:tags r:id="rId5"/>
            </p:custDataLst>
          </p:nvPr>
        </p:nvPicPr>
        <p:blipFill>
          <a:blip r:embed="rId13" cstate="email"/>
          <a:stretch>
            <a:fillRect/>
          </a:stretch>
        </p:blipFill>
        <p:spPr bwMode="auto">
          <a:xfrm>
            <a:off x="5910040" y="6509494"/>
            <a:ext cx="2889576" cy="239889"/>
          </a:xfrm>
          <a:prstGeom prst="rect">
            <a:avLst/>
          </a:prstGeom>
          <a:noFill/>
          <a:ln>
            <a:noFill/>
          </a:ln>
        </p:spPr>
      </p:pic>
      <p:sp>
        <p:nvSpPr>
          <p:cNvPr id="2" name="Title 1"/>
          <p:cNvSpPr>
            <a:spLocks noGrp="1"/>
          </p:cNvSpPr>
          <p:nvPr>
            <p:ph type="ctrTitle" hasCustomPrompt="1"/>
            <p:custDataLst>
              <p:tags r:id="rId6"/>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7"/>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val="4386933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able of Conten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mc:AlternateContent xmlns:mc="http://schemas.openxmlformats.org/markup-compatibility/2006">
              <mc:Choice xmlns:v="urn:schemas-microsoft-com:vml" Requires="v">
                <p:oleObj spid="_x0000_s12296"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Freeform 7"/>
          <p:cNvSpPr>
            <a:spLocks/>
          </p:cNvSpPr>
          <p:nvPr userDrawn="1"/>
        </p:nvSpPr>
        <p:spPr bwMode="auto">
          <a:xfrm flipH="1">
            <a:off x="0" y="0"/>
            <a:ext cx="3675138" cy="6858000"/>
          </a:xfrm>
          <a:custGeom>
            <a:avLst/>
            <a:gdLst>
              <a:gd name="connsiteX0" fmla="*/ 2443 w 38019"/>
              <a:gd name="connsiteY0" fmla="*/ 0 h 10000"/>
              <a:gd name="connsiteX1" fmla="*/ 2443 w 38019"/>
              <a:gd name="connsiteY1" fmla="*/ 1594 h 10000"/>
              <a:gd name="connsiteX2" fmla="*/ 1145 w 38019"/>
              <a:gd name="connsiteY2" fmla="*/ 2750 h 10000"/>
              <a:gd name="connsiteX3" fmla="*/ 0 w 38019"/>
              <a:gd name="connsiteY3" fmla="*/ 3031 h 10000"/>
              <a:gd name="connsiteX4" fmla="*/ 420 w 38019"/>
              <a:gd name="connsiteY4" fmla="*/ 3124 h 10000"/>
              <a:gd name="connsiteX5" fmla="*/ 2443 w 38019"/>
              <a:gd name="connsiteY5" fmla="*/ 4538 h 10000"/>
              <a:gd name="connsiteX6" fmla="*/ 2443 w 38019"/>
              <a:gd name="connsiteY6" fmla="*/ 10000 h 10000"/>
              <a:gd name="connsiteX7" fmla="*/ 10000 w 38019"/>
              <a:gd name="connsiteY7" fmla="*/ 10000 h 10000"/>
              <a:gd name="connsiteX8" fmla="*/ 38019 w 38019"/>
              <a:gd name="connsiteY8" fmla="*/ 0 h 10000"/>
              <a:gd name="connsiteX9" fmla="*/ 2443 w 38019"/>
              <a:gd name="connsiteY9" fmla="*/ 0 h 10000"/>
              <a:gd name="connsiteX0" fmla="*/ 2443 w 38019"/>
              <a:gd name="connsiteY0" fmla="*/ 0 h 10000"/>
              <a:gd name="connsiteX1" fmla="*/ 2443 w 38019"/>
              <a:gd name="connsiteY1" fmla="*/ 1594 h 10000"/>
              <a:gd name="connsiteX2" fmla="*/ 1145 w 38019"/>
              <a:gd name="connsiteY2" fmla="*/ 2750 h 10000"/>
              <a:gd name="connsiteX3" fmla="*/ 0 w 38019"/>
              <a:gd name="connsiteY3" fmla="*/ 3031 h 10000"/>
              <a:gd name="connsiteX4" fmla="*/ 420 w 38019"/>
              <a:gd name="connsiteY4" fmla="*/ 3124 h 10000"/>
              <a:gd name="connsiteX5" fmla="*/ 2443 w 38019"/>
              <a:gd name="connsiteY5" fmla="*/ 4538 h 10000"/>
              <a:gd name="connsiteX6" fmla="*/ 2443 w 38019"/>
              <a:gd name="connsiteY6" fmla="*/ 10000 h 10000"/>
              <a:gd name="connsiteX7" fmla="*/ 38019 w 38019"/>
              <a:gd name="connsiteY7" fmla="*/ 9997 h 10000"/>
              <a:gd name="connsiteX8" fmla="*/ 38019 w 38019"/>
              <a:gd name="connsiteY8" fmla="*/ 0 h 10000"/>
              <a:gd name="connsiteX9" fmla="*/ 2443 w 38019"/>
              <a:gd name="connsiteY9" fmla="*/ 0 h 10000"/>
              <a:gd name="connsiteX0" fmla="*/ 2443 w 38019"/>
              <a:gd name="connsiteY0" fmla="*/ 14 h 10014"/>
              <a:gd name="connsiteX1" fmla="*/ 2443 w 38019"/>
              <a:gd name="connsiteY1" fmla="*/ 1608 h 10014"/>
              <a:gd name="connsiteX2" fmla="*/ 1145 w 38019"/>
              <a:gd name="connsiteY2" fmla="*/ 2764 h 10014"/>
              <a:gd name="connsiteX3" fmla="*/ 0 w 38019"/>
              <a:gd name="connsiteY3" fmla="*/ 3045 h 10014"/>
              <a:gd name="connsiteX4" fmla="*/ 420 w 38019"/>
              <a:gd name="connsiteY4" fmla="*/ 3138 h 10014"/>
              <a:gd name="connsiteX5" fmla="*/ 2443 w 38019"/>
              <a:gd name="connsiteY5" fmla="*/ 4552 h 10014"/>
              <a:gd name="connsiteX6" fmla="*/ 2443 w 38019"/>
              <a:gd name="connsiteY6" fmla="*/ 10014 h 10014"/>
              <a:gd name="connsiteX7" fmla="*/ 38019 w 38019"/>
              <a:gd name="connsiteY7" fmla="*/ 10011 h 10014"/>
              <a:gd name="connsiteX8" fmla="*/ 33103 w 38019"/>
              <a:gd name="connsiteY8" fmla="*/ 0 h 10014"/>
              <a:gd name="connsiteX9" fmla="*/ 2443 w 38019"/>
              <a:gd name="connsiteY9" fmla="*/ 14 h 10014"/>
              <a:gd name="connsiteX0" fmla="*/ 2443 w 33832"/>
              <a:gd name="connsiteY0" fmla="*/ 14 h 10025"/>
              <a:gd name="connsiteX1" fmla="*/ 2443 w 33832"/>
              <a:gd name="connsiteY1" fmla="*/ 1608 h 10025"/>
              <a:gd name="connsiteX2" fmla="*/ 1145 w 33832"/>
              <a:gd name="connsiteY2" fmla="*/ 2764 h 10025"/>
              <a:gd name="connsiteX3" fmla="*/ 0 w 33832"/>
              <a:gd name="connsiteY3" fmla="*/ 3045 h 10025"/>
              <a:gd name="connsiteX4" fmla="*/ 420 w 33832"/>
              <a:gd name="connsiteY4" fmla="*/ 3138 h 10025"/>
              <a:gd name="connsiteX5" fmla="*/ 2443 w 33832"/>
              <a:gd name="connsiteY5" fmla="*/ 4552 h 10025"/>
              <a:gd name="connsiteX6" fmla="*/ 2443 w 33832"/>
              <a:gd name="connsiteY6" fmla="*/ 10014 h 10025"/>
              <a:gd name="connsiteX7" fmla="*/ 33832 w 33832"/>
              <a:gd name="connsiteY7" fmla="*/ 10025 h 10025"/>
              <a:gd name="connsiteX8" fmla="*/ 33103 w 33832"/>
              <a:gd name="connsiteY8" fmla="*/ 0 h 10025"/>
              <a:gd name="connsiteX9" fmla="*/ 2443 w 33832"/>
              <a:gd name="connsiteY9" fmla="*/ 14 h 10025"/>
              <a:gd name="connsiteX0" fmla="*/ 2443 w 33832"/>
              <a:gd name="connsiteY0" fmla="*/ 14 h 10025"/>
              <a:gd name="connsiteX1" fmla="*/ 2443 w 33832"/>
              <a:gd name="connsiteY1" fmla="*/ 1608 h 10025"/>
              <a:gd name="connsiteX2" fmla="*/ 1145 w 33832"/>
              <a:gd name="connsiteY2" fmla="*/ 2764 h 10025"/>
              <a:gd name="connsiteX3" fmla="*/ 0 w 33832"/>
              <a:gd name="connsiteY3" fmla="*/ 3045 h 10025"/>
              <a:gd name="connsiteX4" fmla="*/ 420 w 33832"/>
              <a:gd name="connsiteY4" fmla="*/ 3138 h 10025"/>
              <a:gd name="connsiteX5" fmla="*/ 2443 w 33832"/>
              <a:gd name="connsiteY5" fmla="*/ 4552 h 10025"/>
              <a:gd name="connsiteX6" fmla="*/ 2443 w 33832"/>
              <a:gd name="connsiteY6" fmla="*/ 10014 h 10025"/>
              <a:gd name="connsiteX7" fmla="*/ 33832 w 33832"/>
              <a:gd name="connsiteY7" fmla="*/ 10025 h 10025"/>
              <a:gd name="connsiteX8" fmla="*/ 31946 w 33832"/>
              <a:gd name="connsiteY8" fmla="*/ 0 h 10025"/>
              <a:gd name="connsiteX9" fmla="*/ 2443 w 33832"/>
              <a:gd name="connsiteY9" fmla="*/ 14 h 10025"/>
              <a:gd name="connsiteX0" fmla="*/ 2443 w 33832"/>
              <a:gd name="connsiteY0" fmla="*/ 14 h 10025"/>
              <a:gd name="connsiteX1" fmla="*/ 2443 w 33832"/>
              <a:gd name="connsiteY1" fmla="*/ 1608 h 10025"/>
              <a:gd name="connsiteX2" fmla="*/ 1145 w 33832"/>
              <a:gd name="connsiteY2" fmla="*/ 2764 h 10025"/>
              <a:gd name="connsiteX3" fmla="*/ 0 w 33832"/>
              <a:gd name="connsiteY3" fmla="*/ 3045 h 10025"/>
              <a:gd name="connsiteX4" fmla="*/ 420 w 33832"/>
              <a:gd name="connsiteY4" fmla="*/ 3138 h 10025"/>
              <a:gd name="connsiteX5" fmla="*/ 2443 w 33832"/>
              <a:gd name="connsiteY5" fmla="*/ 4552 h 10025"/>
              <a:gd name="connsiteX6" fmla="*/ 2443 w 33832"/>
              <a:gd name="connsiteY6" fmla="*/ 10014 h 10025"/>
              <a:gd name="connsiteX7" fmla="*/ 33832 w 33832"/>
              <a:gd name="connsiteY7" fmla="*/ 10025 h 10025"/>
              <a:gd name="connsiteX8" fmla="*/ 32061 w 33832"/>
              <a:gd name="connsiteY8" fmla="*/ 0 h 10025"/>
              <a:gd name="connsiteX9" fmla="*/ 2443 w 33832"/>
              <a:gd name="connsiteY9" fmla="*/ 14 h 10025"/>
              <a:gd name="connsiteX0" fmla="*/ 2443 w 33832"/>
              <a:gd name="connsiteY0" fmla="*/ 28 h 10039"/>
              <a:gd name="connsiteX1" fmla="*/ 2443 w 33832"/>
              <a:gd name="connsiteY1" fmla="*/ 1622 h 10039"/>
              <a:gd name="connsiteX2" fmla="*/ 1145 w 33832"/>
              <a:gd name="connsiteY2" fmla="*/ 2778 h 10039"/>
              <a:gd name="connsiteX3" fmla="*/ 0 w 33832"/>
              <a:gd name="connsiteY3" fmla="*/ 3059 h 10039"/>
              <a:gd name="connsiteX4" fmla="*/ 420 w 33832"/>
              <a:gd name="connsiteY4" fmla="*/ 3152 h 10039"/>
              <a:gd name="connsiteX5" fmla="*/ 2443 w 33832"/>
              <a:gd name="connsiteY5" fmla="*/ 4566 h 10039"/>
              <a:gd name="connsiteX6" fmla="*/ 2443 w 33832"/>
              <a:gd name="connsiteY6" fmla="*/ 10028 h 10039"/>
              <a:gd name="connsiteX7" fmla="*/ 33832 w 33832"/>
              <a:gd name="connsiteY7" fmla="*/ 10039 h 10039"/>
              <a:gd name="connsiteX8" fmla="*/ 31946 w 33832"/>
              <a:gd name="connsiteY8" fmla="*/ 0 h 10039"/>
              <a:gd name="connsiteX9" fmla="*/ 2443 w 33832"/>
              <a:gd name="connsiteY9" fmla="*/ 28 h 10039"/>
              <a:gd name="connsiteX0" fmla="*/ 2443 w 33832"/>
              <a:gd name="connsiteY0" fmla="*/ 0 h 10011"/>
              <a:gd name="connsiteX1" fmla="*/ 2443 w 33832"/>
              <a:gd name="connsiteY1" fmla="*/ 1594 h 10011"/>
              <a:gd name="connsiteX2" fmla="*/ 1145 w 33832"/>
              <a:gd name="connsiteY2" fmla="*/ 2750 h 10011"/>
              <a:gd name="connsiteX3" fmla="*/ 0 w 33832"/>
              <a:gd name="connsiteY3" fmla="*/ 3031 h 10011"/>
              <a:gd name="connsiteX4" fmla="*/ 420 w 33832"/>
              <a:gd name="connsiteY4" fmla="*/ 3124 h 10011"/>
              <a:gd name="connsiteX5" fmla="*/ 2443 w 33832"/>
              <a:gd name="connsiteY5" fmla="*/ 4538 h 10011"/>
              <a:gd name="connsiteX6" fmla="*/ 2443 w 33832"/>
              <a:gd name="connsiteY6" fmla="*/ 10000 h 10011"/>
              <a:gd name="connsiteX7" fmla="*/ 33832 w 33832"/>
              <a:gd name="connsiteY7" fmla="*/ 10011 h 10011"/>
              <a:gd name="connsiteX8" fmla="*/ 32061 w 33832"/>
              <a:gd name="connsiteY8" fmla="*/ 69 h 10011"/>
              <a:gd name="connsiteX9" fmla="*/ 2443 w 33832"/>
              <a:gd name="connsiteY9" fmla="*/ 0 h 10011"/>
              <a:gd name="connsiteX0" fmla="*/ 2443 w 33832"/>
              <a:gd name="connsiteY0" fmla="*/ 0 h 10011"/>
              <a:gd name="connsiteX1" fmla="*/ 2443 w 33832"/>
              <a:gd name="connsiteY1" fmla="*/ 1594 h 10011"/>
              <a:gd name="connsiteX2" fmla="*/ 1145 w 33832"/>
              <a:gd name="connsiteY2" fmla="*/ 2750 h 10011"/>
              <a:gd name="connsiteX3" fmla="*/ 0 w 33832"/>
              <a:gd name="connsiteY3" fmla="*/ 3031 h 10011"/>
              <a:gd name="connsiteX4" fmla="*/ 420 w 33832"/>
              <a:gd name="connsiteY4" fmla="*/ 3124 h 10011"/>
              <a:gd name="connsiteX5" fmla="*/ 2443 w 33832"/>
              <a:gd name="connsiteY5" fmla="*/ 4538 h 10011"/>
              <a:gd name="connsiteX6" fmla="*/ 2443 w 33832"/>
              <a:gd name="connsiteY6" fmla="*/ 10000 h 10011"/>
              <a:gd name="connsiteX7" fmla="*/ 33832 w 33832"/>
              <a:gd name="connsiteY7" fmla="*/ 10011 h 10011"/>
              <a:gd name="connsiteX8" fmla="*/ 31946 w 33832"/>
              <a:gd name="connsiteY8" fmla="*/ 27 h 10011"/>
              <a:gd name="connsiteX9" fmla="*/ 2443 w 33832"/>
              <a:gd name="connsiteY9" fmla="*/ 0 h 10011"/>
              <a:gd name="connsiteX0" fmla="*/ 2443 w 33832"/>
              <a:gd name="connsiteY0" fmla="*/ 0 h 10011"/>
              <a:gd name="connsiteX1" fmla="*/ 2443 w 33832"/>
              <a:gd name="connsiteY1" fmla="*/ 1594 h 10011"/>
              <a:gd name="connsiteX2" fmla="*/ 1145 w 33832"/>
              <a:gd name="connsiteY2" fmla="*/ 2750 h 10011"/>
              <a:gd name="connsiteX3" fmla="*/ 0 w 33832"/>
              <a:gd name="connsiteY3" fmla="*/ 3031 h 10011"/>
              <a:gd name="connsiteX4" fmla="*/ 420 w 33832"/>
              <a:gd name="connsiteY4" fmla="*/ 3124 h 10011"/>
              <a:gd name="connsiteX5" fmla="*/ 2443 w 33832"/>
              <a:gd name="connsiteY5" fmla="*/ 4538 h 10011"/>
              <a:gd name="connsiteX6" fmla="*/ 2443 w 33832"/>
              <a:gd name="connsiteY6" fmla="*/ 10000 h 10011"/>
              <a:gd name="connsiteX7" fmla="*/ 33832 w 33832"/>
              <a:gd name="connsiteY7" fmla="*/ 10011 h 10011"/>
              <a:gd name="connsiteX8" fmla="*/ 31946 w 33832"/>
              <a:gd name="connsiteY8" fmla="*/ 13 h 10011"/>
              <a:gd name="connsiteX9" fmla="*/ 2443 w 33832"/>
              <a:gd name="connsiteY9" fmla="*/ 0 h 10011"/>
              <a:gd name="connsiteX0" fmla="*/ 2443 w 33832"/>
              <a:gd name="connsiteY0" fmla="*/ 29 h 10040"/>
              <a:gd name="connsiteX1" fmla="*/ 2443 w 33832"/>
              <a:gd name="connsiteY1" fmla="*/ 1623 h 10040"/>
              <a:gd name="connsiteX2" fmla="*/ 1145 w 33832"/>
              <a:gd name="connsiteY2" fmla="*/ 2779 h 10040"/>
              <a:gd name="connsiteX3" fmla="*/ 0 w 33832"/>
              <a:gd name="connsiteY3" fmla="*/ 3060 h 10040"/>
              <a:gd name="connsiteX4" fmla="*/ 420 w 33832"/>
              <a:gd name="connsiteY4" fmla="*/ 3153 h 10040"/>
              <a:gd name="connsiteX5" fmla="*/ 2443 w 33832"/>
              <a:gd name="connsiteY5" fmla="*/ 4567 h 10040"/>
              <a:gd name="connsiteX6" fmla="*/ 2443 w 33832"/>
              <a:gd name="connsiteY6" fmla="*/ 10029 h 10040"/>
              <a:gd name="connsiteX7" fmla="*/ 33832 w 33832"/>
              <a:gd name="connsiteY7" fmla="*/ 10040 h 10040"/>
              <a:gd name="connsiteX8" fmla="*/ 31946 w 33832"/>
              <a:gd name="connsiteY8" fmla="*/ 0 h 10040"/>
              <a:gd name="connsiteX9" fmla="*/ 2443 w 33832"/>
              <a:gd name="connsiteY9" fmla="*/ 29 h 10040"/>
              <a:gd name="connsiteX0" fmla="*/ 2443 w 31997"/>
              <a:gd name="connsiteY0" fmla="*/ 29 h 10029"/>
              <a:gd name="connsiteX1" fmla="*/ 2443 w 31997"/>
              <a:gd name="connsiteY1" fmla="*/ 1623 h 10029"/>
              <a:gd name="connsiteX2" fmla="*/ 1145 w 31997"/>
              <a:gd name="connsiteY2" fmla="*/ 2779 h 10029"/>
              <a:gd name="connsiteX3" fmla="*/ 0 w 31997"/>
              <a:gd name="connsiteY3" fmla="*/ 3060 h 10029"/>
              <a:gd name="connsiteX4" fmla="*/ 420 w 31997"/>
              <a:gd name="connsiteY4" fmla="*/ 3153 h 10029"/>
              <a:gd name="connsiteX5" fmla="*/ 2443 w 31997"/>
              <a:gd name="connsiteY5" fmla="*/ 4567 h 10029"/>
              <a:gd name="connsiteX6" fmla="*/ 2443 w 31997"/>
              <a:gd name="connsiteY6" fmla="*/ 10029 h 10029"/>
              <a:gd name="connsiteX7" fmla="*/ 31997 w 31997"/>
              <a:gd name="connsiteY7" fmla="*/ 10026 h 10029"/>
              <a:gd name="connsiteX8" fmla="*/ 31946 w 31997"/>
              <a:gd name="connsiteY8" fmla="*/ 0 h 10029"/>
              <a:gd name="connsiteX9" fmla="*/ 2443 w 31997"/>
              <a:gd name="connsiteY9" fmla="*/ 29 h 10029"/>
              <a:gd name="connsiteX0" fmla="*/ 2443 w 31997"/>
              <a:gd name="connsiteY0" fmla="*/ 0 h 10042"/>
              <a:gd name="connsiteX1" fmla="*/ 2443 w 31997"/>
              <a:gd name="connsiteY1" fmla="*/ 1636 h 10042"/>
              <a:gd name="connsiteX2" fmla="*/ 1145 w 31997"/>
              <a:gd name="connsiteY2" fmla="*/ 2792 h 10042"/>
              <a:gd name="connsiteX3" fmla="*/ 0 w 31997"/>
              <a:gd name="connsiteY3" fmla="*/ 3073 h 10042"/>
              <a:gd name="connsiteX4" fmla="*/ 420 w 31997"/>
              <a:gd name="connsiteY4" fmla="*/ 3166 h 10042"/>
              <a:gd name="connsiteX5" fmla="*/ 2443 w 31997"/>
              <a:gd name="connsiteY5" fmla="*/ 4580 h 10042"/>
              <a:gd name="connsiteX6" fmla="*/ 2443 w 31997"/>
              <a:gd name="connsiteY6" fmla="*/ 10042 h 10042"/>
              <a:gd name="connsiteX7" fmla="*/ 31997 w 31997"/>
              <a:gd name="connsiteY7" fmla="*/ 10039 h 10042"/>
              <a:gd name="connsiteX8" fmla="*/ 31946 w 31997"/>
              <a:gd name="connsiteY8" fmla="*/ 13 h 10042"/>
              <a:gd name="connsiteX9" fmla="*/ 2443 w 31997"/>
              <a:gd name="connsiteY9" fmla="*/ 0 h 10042"/>
              <a:gd name="connsiteX0" fmla="*/ 2443 w 31997"/>
              <a:gd name="connsiteY0" fmla="*/ 0 h 10042"/>
              <a:gd name="connsiteX1" fmla="*/ 2443 w 31997"/>
              <a:gd name="connsiteY1" fmla="*/ 1636 h 10042"/>
              <a:gd name="connsiteX2" fmla="*/ 1145 w 31997"/>
              <a:gd name="connsiteY2" fmla="*/ 2792 h 10042"/>
              <a:gd name="connsiteX3" fmla="*/ 0 w 31997"/>
              <a:gd name="connsiteY3" fmla="*/ 3073 h 10042"/>
              <a:gd name="connsiteX4" fmla="*/ 420 w 31997"/>
              <a:gd name="connsiteY4" fmla="*/ 3166 h 10042"/>
              <a:gd name="connsiteX5" fmla="*/ 2443 w 31997"/>
              <a:gd name="connsiteY5" fmla="*/ 4580 h 10042"/>
              <a:gd name="connsiteX6" fmla="*/ 2443 w 31997"/>
              <a:gd name="connsiteY6" fmla="*/ 10042 h 10042"/>
              <a:gd name="connsiteX7" fmla="*/ 31997 w 31997"/>
              <a:gd name="connsiteY7" fmla="*/ 10039 h 10042"/>
              <a:gd name="connsiteX8" fmla="*/ 31997 w 31997"/>
              <a:gd name="connsiteY8" fmla="*/ 0 h 10042"/>
              <a:gd name="connsiteX9" fmla="*/ 2443 w 31997"/>
              <a:gd name="connsiteY9" fmla="*/ 0 h 10042"/>
              <a:gd name="connsiteX0" fmla="*/ 2443 w 40083"/>
              <a:gd name="connsiteY0" fmla="*/ 0 h 10042"/>
              <a:gd name="connsiteX1" fmla="*/ 2443 w 40083"/>
              <a:gd name="connsiteY1" fmla="*/ 1636 h 10042"/>
              <a:gd name="connsiteX2" fmla="*/ 1145 w 40083"/>
              <a:gd name="connsiteY2" fmla="*/ 2792 h 10042"/>
              <a:gd name="connsiteX3" fmla="*/ 0 w 40083"/>
              <a:gd name="connsiteY3" fmla="*/ 3073 h 10042"/>
              <a:gd name="connsiteX4" fmla="*/ 420 w 40083"/>
              <a:gd name="connsiteY4" fmla="*/ 3166 h 10042"/>
              <a:gd name="connsiteX5" fmla="*/ 2443 w 40083"/>
              <a:gd name="connsiteY5" fmla="*/ 4580 h 10042"/>
              <a:gd name="connsiteX6" fmla="*/ 2443 w 40083"/>
              <a:gd name="connsiteY6" fmla="*/ 10042 h 10042"/>
              <a:gd name="connsiteX7" fmla="*/ 31997 w 40083"/>
              <a:gd name="connsiteY7" fmla="*/ 10039 h 10042"/>
              <a:gd name="connsiteX8" fmla="*/ 40083 w 40083"/>
              <a:gd name="connsiteY8" fmla="*/ 0 h 10042"/>
              <a:gd name="connsiteX9" fmla="*/ 2443 w 40083"/>
              <a:gd name="connsiteY9" fmla="*/ 0 h 10042"/>
              <a:gd name="connsiteX0" fmla="*/ 2443 w 40083"/>
              <a:gd name="connsiteY0" fmla="*/ 0 h 10042"/>
              <a:gd name="connsiteX1" fmla="*/ 2443 w 40083"/>
              <a:gd name="connsiteY1" fmla="*/ 1636 h 10042"/>
              <a:gd name="connsiteX2" fmla="*/ 1145 w 40083"/>
              <a:gd name="connsiteY2" fmla="*/ 2792 h 10042"/>
              <a:gd name="connsiteX3" fmla="*/ 0 w 40083"/>
              <a:gd name="connsiteY3" fmla="*/ 3073 h 10042"/>
              <a:gd name="connsiteX4" fmla="*/ 420 w 40083"/>
              <a:gd name="connsiteY4" fmla="*/ 3166 h 10042"/>
              <a:gd name="connsiteX5" fmla="*/ 2443 w 40083"/>
              <a:gd name="connsiteY5" fmla="*/ 4580 h 10042"/>
              <a:gd name="connsiteX6" fmla="*/ 2443 w 40083"/>
              <a:gd name="connsiteY6" fmla="*/ 10042 h 10042"/>
              <a:gd name="connsiteX7" fmla="*/ 40083 w 40083"/>
              <a:gd name="connsiteY7" fmla="*/ 10042 h 10042"/>
              <a:gd name="connsiteX8" fmla="*/ 40083 w 40083"/>
              <a:gd name="connsiteY8" fmla="*/ 0 h 10042"/>
              <a:gd name="connsiteX9" fmla="*/ 2443 w 40083"/>
              <a:gd name="connsiteY9" fmla="*/ 0 h 10042"/>
              <a:gd name="connsiteX0" fmla="*/ 2443 w 40083"/>
              <a:gd name="connsiteY0" fmla="*/ 0 h 10042"/>
              <a:gd name="connsiteX1" fmla="*/ 2443 w 40083"/>
              <a:gd name="connsiteY1" fmla="*/ 1636 h 10042"/>
              <a:gd name="connsiteX2" fmla="*/ 1145 w 40083"/>
              <a:gd name="connsiteY2" fmla="*/ 2792 h 10042"/>
              <a:gd name="connsiteX3" fmla="*/ 0 w 40083"/>
              <a:gd name="connsiteY3" fmla="*/ 3073 h 10042"/>
              <a:gd name="connsiteX4" fmla="*/ 420 w 40083"/>
              <a:gd name="connsiteY4" fmla="*/ 3166 h 10042"/>
              <a:gd name="connsiteX5" fmla="*/ 2443 w 40083"/>
              <a:gd name="connsiteY5" fmla="*/ 4580 h 10042"/>
              <a:gd name="connsiteX6" fmla="*/ 2443 w 40083"/>
              <a:gd name="connsiteY6" fmla="*/ 10042 h 10042"/>
              <a:gd name="connsiteX7" fmla="*/ 40083 w 40083"/>
              <a:gd name="connsiteY7" fmla="*/ 10042 h 10042"/>
              <a:gd name="connsiteX8" fmla="*/ 24076 w 40083"/>
              <a:gd name="connsiteY8" fmla="*/ 14 h 10042"/>
              <a:gd name="connsiteX9" fmla="*/ 2443 w 40083"/>
              <a:gd name="connsiteY9" fmla="*/ 0 h 10042"/>
              <a:gd name="connsiteX0" fmla="*/ 2443 w 24076"/>
              <a:gd name="connsiteY0" fmla="*/ 0 h 10042"/>
              <a:gd name="connsiteX1" fmla="*/ 2443 w 24076"/>
              <a:gd name="connsiteY1" fmla="*/ 1636 h 10042"/>
              <a:gd name="connsiteX2" fmla="*/ 1145 w 24076"/>
              <a:gd name="connsiteY2" fmla="*/ 2792 h 10042"/>
              <a:gd name="connsiteX3" fmla="*/ 0 w 24076"/>
              <a:gd name="connsiteY3" fmla="*/ 3073 h 10042"/>
              <a:gd name="connsiteX4" fmla="*/ 420 w 24076"/>
              <a:gd name="connsiteY4" fmla="*/ 3166 h 10042"/>
              <a:gd name="connsiteX5" fmla="*/ 2443 w 24076"/>
              <a:gd name="connsiteY5" fmla="*/ 4580 h 10042"/>
              <a:gd name="connsiteX6" fmla="*/ 2443 w 24076"/>
              <a:gd name="connsiteY6" fmla="*/ 10042 h 10042"/>
              <a:gd name="connsiteX7" fmla="*/ 24076 w 24076"/>
              <a:gd name="connsiteY7" fmla="*/ 10042 h 10042"/>
              <a:gd name="connsiteX8" fmla="*/ 24076 w 24076"/>
              <a:gd name="connsiteY8" fmla="*/ 14 h 10042"/>
              <a:gd name="connsiteX9" fmla="*/ 2443 w 24076"/>
              <a:gd name="connsiteY9" fmla="*/ 0 h 1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76" h="10042">
                <a:moveTo>
                  <a:pt x="2443" y="0"/>
                </a:moveTo>
                <a:lnTo>
                  <a:pt x="2443" y="1636"/>
                </a:lnTo>
                <a:cubicBezTo>
                  <a:pt x="2443" y="2080"/>
                  <a:pt x="2023" y="2477"/>
                  <a:pt x="1145" y="2792"/>
                </a:cubicBezTo>
                <a:cubicBezTo>
                  <a:pt x="821" y="2898"/>
                  <a:pt x="439" y="2967"/>
                  <a:pt x="0" y="3073"/>
                </a:cubicBezTo>
                <a:cubicBezTo>
                  <a:pt x="153" y="3110"/>
                  <a:pt x="286" y="3143"/>
                  <a:pt x="420" y="3166"/>
                </a:cubicBezTo>
                <a:cubicBezTo>
                  <a:pt x="1813" y="3494"/>
                  <a:pt x="2443" y="3975"/>
                  <a:pt x="2443" y="4580"/>
                </a:cubicBezTo>
                <a:lnTo>
                  <a:pt x="2443" y="10042"/>
                </a:lnTo>
                <a:lnTo>
                  <a:pt x="24076" y="10042"/>
                </a:lnTo>
                <a:lnTo>
                  <a:pt x="24076" y="14"/>
                </a:lnTo>
                <a:lnTo>
                  <a:pt x="2443" y="0"/>
                </a:lnTo>
                <a:close/>
              </a:path>
            </a:pathLst>
          </a:custGeom>
          <a:solidFill>
            <a:schemeClr val="accent5"/>
          </a:solidFill>
          <a:ln w="9525">
            <a:noFill/>
            <a:round/>
            <a:headEnd/>
            <a:tailEnd/>
          </a:ln>
          <a:effectLst/>
          <a:scene3d>
            <a:camera prst="orthographicFront">
              <a:rot lat="0" lon="0" rev="0"/>
            </a:camera>
            <a:lightRig rig="balanced" dir="t">
              <a:rot lat="0" lon="0" rev="8700000"/>
            </a:lightRig>
          </a:scene3d>
          <a:sp3d>
            <a:bevelT w="190500" h="38100"/>
          </a:sp3d>
        </p:spPr>
        <p:txBody>
          <a:bodyPr vert="horz" wrap="square" lIns="91440" tIns="45720" rIns="91440" bIns="45720" numCol="1" anchor="t" anchorCtr="0" compatLnSpc="1">
            <a:prstTxWarp prst="textNoShape">
              <a:avLst/>
            </a:prstTxWarp>
          </a:bodyPr>
          <a:lstStyle/>
          <a:p>
            <a:pPr algn="ctr" rtl="0" eaLnBrk="0" fontAlgn="base" hangingPunct="0">
              <a:lnSpc>
                <a:spcPct val="85000"/>
              </a:lnSpc>
              <a:spcBef>
                <a:spcPct val="0"/>
              </a:spcBef>
              <a:spcAft>
                <a:spcPct val="0"/>
              </a:spcAft>
            </a:pPr>
            <a:endParaRPr lang="en-US" sz="2000" b="1" kern="1200" noProof="0">
              <a:solidFill>
                <a:schemeClr val="bg2"/>
              </a:solidFill>
              <a:latin typeface="Arial" charset="0"/>
              <a:ea typeface="+mn-ea"/>
              <a:cs typeface="+mn-cs"/>
            </a:endParaRPr>
          </a:p>
        </p:txBody>
      </p:sp>
      <p:sp>
        <p:nvSpPr>
          <p:cNvPr id="2" name="Titre 1"/>
          <p:cNvSpPr>
            <a:spLocks noGrp="1"/>
          </p:cNvSpPr>
          <p:nvPr>
            <p:ph type="title" hasCustomPrompt="1"/>
            <p:custDataLst>
              <p:tags r:id="rId3"/>
            </p:custDataLst>
          </p:nvPr>
        </p:nvSpPr>
        <p:spPr>
          <a:xfrm>
            <a:off x="290147" y="962025"/>
            <a:ext cx="2883877" cy="2248140"/>
          </a:xfrm>
          <a:prstGeom prst="rect">
            <a:avLst/>
          </a:prstGeom>
        </p:spPr>
        <p:txBody>
          <a:bodyPr lIns="180000" tIns="33059" rIns="36000" bIns="33059" anchor="ctr" anchorCtr="0"/>
          <a:lstStyle>
            <a:lvl1pPr algn="l">
              <a:defRPr lang="en-US" sz="4000" b="1" kern="1200" baseline="0" noProof="0" dirty="0" smtClean="0">
                <a:solidFill>
                  <a:schemeClr val="accent5">
                    <a:lumMod val="20000"/>
                    <a:lumOff val="80000"/>
                  </a:schemeClr>
                </a:solidFill>
                <a:latin typeface="Arial" pitchFamily="34" charset="0"/>
                <a:ea typeface="+mj-ea"/>
                <a:cs typeface="Arial" pitchFamily="34" charset="0"/>
              </a:defRPr>
            </a:lvl1pPr>
          </a:lstStyle>
          <a:p>
            <a:pPr lvl="0" algn="l" defTabSz="839694" rtl="0" eaLnBrk="1" latinLnBrk="0" hangingPunct="1">
              <a:spcBef>
                <a:spcPct val="0"/>
              </a:spcBef>
              <a:buNone/>
            </a:pPr>
            <a:r>
              <a:rPr lang="en-US" noProof="0" dirty="0" smtClean="0"/>
              <a:t>Click here to edit master text</a:t>
            </a:r>
          </a:p>
        </p:txBody>
      </p:sp>
      <p:sp>
        <p:nvSpPr>
          <p:cNvPr id="10" name="Espace réservé du contenu 9"/>
          <p:cNvSpPr>
            <a:spLocks noGrp="1"/>
          </p:cNvSpPr>
          <p:nvPr>
            <p:ph sz="quarter" idx="10"/>
          </p:nvPr>
        </p:nvSpPr>
        <p:spPr>
          <a:xfrm>
            <a:off x="3821539" y="1512000"/>
            <a:ext cx="4851889" cy="4788000"/>
          </a:xfrm>
        </p:spPr>
        <p:txBody>
          <a:body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139237070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mc:AlternateContent xmlns:mc="http://schemas.openxmlformats.org/markup-compatibility/2006">
              <mc:Choice xmlns:v="urn:schemas-microsoft-com:vml" Requires="v">
                <p:oleObj spid="_x0000_s13320" name="think-cell Slide" r:id="rId6" imgW="360" imgH="360" progId="">
                  <p:embed/>
                </p:oleObj>
              </mc:Choice>
              <mc:Fallback>
                <p:oleObj name="think-cell Slide" r:id="rId6" imgW="360" imgH="36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574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val="349761038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val="22219330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udien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92524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23760" y="1828800"/>
            <a:ext cx="1828800" cy="2426400"/>
          </a:xfrm>
          <a:prstGeom prst="rect">
            <a:avLst/>
          </a:prstGeom>
        </p:spPr>
      </p:pic>
    </p:spTree>
    <p:extLst>
      <p:ext uri="{BB962C8B-B14F-4D97-AF65-F5344CB8AC3E}">
        <p14:creationId xmlns:p14="http://schemas.microsoft.com/office/powerpoint/2010/main" val="405157590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feren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58000" y="1828800"/>
            <a:ext cx="2286000" cy="1539740"/>
          </a:xfrm>
          <a:prstGeom prst="rect">
            <a:avLst/>
          </a:prstGeom>
        </p:spPr>
      </p:pic>
    </p:spTree>
    <p:extLst>
      <p:ext uri="{BB962C8B-B14F-4D97-AF65-F5344CB8AC3E}">
        <p14:creationId xmlns:p14="http://schemas.microsoft.com/office/powerpoint/2010/main" val="372345079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Referen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21756"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58000" y="1828800"/>
            <a:ext cx="2286000" cy="1646126"/>
          </a:xfrm>
          <a:prstGeom prst="rect">
            <a:avLst/>
          </a:prstGeom>
        </p:spPr>
      </p:pic>
    </p:spTree>
    <p:extLst>
      <p:ext uri="{BB962C8B-B14F-4D97-AF65-F5344CB8AC3E}">
        <p14:creationId xmlns:p14="http://schemas.microsoft.com/office/powerpoint/2010/main" val="153032541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mc:AlternateContent xmlns:mc="http://schemas.openxmlformats.org/markup-compatibility/2006">
              <mc:Choice xmlns:v="urn:schemas-microsoft-com:vml" Requires="v">
                <p:oleObj spid="_x0000_s14344" name="think-cell Slide" r:id="rId7" imgW="360" imgH="360" progId="">
                  <p:embed/>
                </p:oleObj>
              </mc:Choice>
              <mc:Fallback>
                <p:oleObj name="think-cell Slide" r:id="rId7" imgW="360" imgH="36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
                        <a:ext cx="13574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val="41249120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mc:AlternateContent xmlns:mc="http://schemas.openxmlformats.org/markup-compatibility/2006">
              <mc:Choice xmlns:v="urn:schemas-microsoft-com:vml" Requires="v">
                <p:oleObj spid="_x0000_s15368" name="think-cell Slide" r:id="rId7" imgW="360" imgH="360" progId="">
                  <p:embed/>
                </p:oleObj>
              </mc:Choice>
              <mc:Fallback>
                <p:oleObj name="think-cell Slide" r:id="rId7" imgW="360" imgH="36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val="207626074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mc:AlternateContent xmlns:mc="http://schemas.openxmlformats.org/markup-compatibility/2006">
              <mc:Choice xmlns:v="urn:schemas-microsoft-com:vml" Requires="v">
                <p:oleObj spid="_x0000_s16392" name="think-cell Slide" r:id="rId9" imgW="360" imgH="360" progId="">
                  <p:embed/>
                </p:oleObj>
              </mc:Choice>
              <mc:Fallback>
                <p:oleObj name="think-cell Slide" r:id="rId9" imgW="360" imgH="36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val="993174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val="1241511124"/>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mc:AlternateContent xmlns:mc="http://schemas.openxmlformats.org/markup-compatibility/2006">
              <mc:Choice xmlns:v="urn:schemas-microsoft-com:vml" Requires="v">
                <p:oleObj spid="_x0000_s17416"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val="93958384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mc:AlternateContent xmlns:mc="http://schemas.openxmlformats.org/markup-compatibility/2006">
              <mc:Choice xmlns:v="urn:schemas-microsoft-com:vml" Requires="v">
                <p:oleObj spid="_x0000_s18440" name="think-cell Slide" r:id="rId4" imgW="360" imgH="360" progId="">
                  <p:embed/>
                </p:oleObj>
              </mc:Choice>
              <mc:Fallback>
                <p:oleObj name="think-cell Slide" r:id="rId4" imgW="360" imgH="3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
                        <a:ext cx="13574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2424089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5/16/2020</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253617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591502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8"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165725"/>
            <a:ext cx="9144000"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descr="D:\Temlates\Capgemini_logo_pms.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092280" y="5770562"/>
            <a:ext cx="16684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11163" y="6246813"/>
            <a:ext cx="2163762" cy="176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02103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5/16/2020</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614492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591502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8"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165725"/>
            <a:ext cx="9144000"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descr="D:\Temlates\Capgemini_logo_pms.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092280" y="5770562"/>
            <a:ext cx="16684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11163" y="6246813"/>
            <a:ext cx="2163762" cy="176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08015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5/16/2020</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4396754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1266"/>
            <a:ext cx="8229600" cy="792162"/>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5/16/2020</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4118013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5/16/2020</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884343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1.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vmlDrawing" Target="../drawings/vmlDrawing1.v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 Id="rId27"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18.xml"/><Relationship Id="rId7" Type="http://schemas.openxmlformats.org/officeDocument/2006/relationships/image" Target="../media/image10.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2.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8"/>
            </p:custDataLst>
          </p:nvPr>
        </p:nvGraphicFramePr>
        <p:xfrm>
          <a:off x="1" y="0"/>
          <a:ext cx="146538" cy="158750"/>
        </p:xfrm>
        <a:graphic>
          <a:graphicData uri="http://schemas.openxmlformats.org/presentationml/2006/ole">
            <mc:AlternateContent xmlns:mc="http://schemas.openxmlformats.org/markup-compatibility/2006">
              <mc:Choice xmlns:v="urn:schemas-microsoft-com:vml" Requires="v">
                <p:oleObj spid="_x0000_s10248" name="think-cell Slide" r:id="rId25" imgW="360" imgH="360" progId="">
                  <p:embed/>
                </p:oleObj>
              </mc:Choice>
              <mc:Fallback>
                <p:oleObj name="think-cell Slide" r:id="rId25" imgW="360" imgH="360" progId="">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9"/>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0"/>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1"/>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2"/>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sp>
        <p:nvSpPr>
          <p:cNvPr id="12" name="Rectangle 11"/>
          <p:cNvSpPr>
            <a:spLocks noChangeArrowheads="1"/>
          </p:cNvSpPr>
          <p:nvPr>
            <p:custDataLst>
              <p:tags r:id="rId23"/>
            </p:custDataLst>
          </p:nvPr>
        </p:nvSpPr>
        <p:spPr bwMode="auto">
          <a:xfrm>
            <a:off x="6223228" y="6623404"/>
            <a:ext cx="2455979"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600" b="0" i="0" noProof="0" dirty="0" smtClean="0">
                <a:solidFill>
                  <a:schemeClr val="tx2"/>
                </a:solidFill>
                <a:latin typeface="+mj-lt"/>
                <a:cs typeface="Helvetica Light"/>
              </a:rPr>
              <a:t>Copyright © Capgemini 2015. All Rights Reserved</a:t>
            </a:r>
          </a:p>
        </p:txBody>
      </p:sp>
      <p:cxnSp>
        <p:nvCxnSpPr>
          <p:cNvPr id="15" name="Straight Connector 5"/>
          <p:cNvCxnSpPr/>
          <p:nvPr>
            <p:custDataLst>
              <p:tags r:id="rId24"/>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14" name="Image 13" descr="Capgemini_logo.jpg"/>
          <p:cNvPicPr>
            <a:picLocks noChangeAspect="1"/>
          </p:cNvPicPr>
          <p:nvPr/>
        </p:nvPicPr>
        <p:blipFill>
          <a:blip r:embed="rId27" cstate="print"/>
          <a:stretch>
            <a:fillRect/>
          </a:stretch>
        </p:blipFill>
        <p:spPr>
          <a:xfrm>
            <a:off x="270463" y="6439028"/>
            <a:ext cx="1438102" cy="344978"/>
          </a:xfrm>
          <a:prstGeom prst="rect">
            <a:avLst/>
          </a:prstGeom>
          <a:noFill/>
          <a:ln>
            <a:noFill/>
          </a:ln>
        </p:spPr>
      </p:pic>
    </p:spTree>
    <p:extLst>
      <p:ext uri="{BB962C8B-B14F-4D97-AF65-F5344CB8AC3E}">
        <p14:creationId xmlns:p14="http://schemas.microsoft.com/office/powerpoint/2010/main" val="2596693219"/>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31" r:id="rId15"/>
  </p:sldLayoutIdLst>
  <p:timing>
    <p:tnLst>
      <p:par>
        <p:cTn id="1" dur="indefinite" restart="never" nodeType="tmRoot"/>
      </p:par>
    </p:tnLst>
  </p:timing>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0"/>
            <a:ext cx="9144000" cy="591502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17" name="Picture 3"/>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0" y="5165725"/>
            <a:ext cx="9144000"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2" descr="D:\Temlates\Capgemini_logo_pms.png"/>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7092280" y="5770562"/>
            <a:ext cx="16684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3"/>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411163" y="6246813"/>
            <a:ext cx="2163762" cy="176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TextBox 11"/>
          <p:cNvSpPr txBox="1">
            <a:spLocks noChangeArrowheads="1"/>
          </p:cNvSpPr>
          <p:nvPr userDrawn="1"/>
        </p:nvSpPr>
        <p:spPr bwMode="auto">
          <a:xfrm>
            <a:off x="6770688" y="5240338"/>
            <a:ext cx="17970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r>
              <a:rPr lang="en-US" sz="900" dirty="0">
                <a:solidFill>
                  <a:schemeClr val="bg1"/>
                </a:solidFill>
                <a:latin typeface="Candara" pitchFamily="34" charset="0"/>
              </a:rPr>
              <a:t>IGATE is now a part of Capgemini</a:t>
            </a:r>
          </a:p>
        </p:txBody>
      </p:sp>
    </p:spTree>
    <p:extLst>
      <p:ext uri="{BB962C8B-B14F-4D97-AF65-F5344CB8AC3E}">
        <p14:creationId xmlns:p14="http://schemas.microsoft.com/office/powerpoint/2010/main" val="6001884"/>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Lst>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Arial" panose="020B0604020202020204" pitchFamily="34" charset="0"/>
        <a:buChar char="•"/>
        <a:defRPr sz="1800" b="1" kern="1200">
          <a:solidFill>
            <a:schemeClr val="bg1">
              <a:lumMod val="50000"/>
            </a:schemeClr>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bg1">
              <a:lumMod val="50000"/>
            </a:schemeClr>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bg1">
              <a:lumMod val="50000"/>
            </a:schemeClr>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8520" y="188640"/>
            <a:ext cx="2947875" cy="1200329"/>
          </a:xfrm>
          <a:prstGeom prst="rect">
            <a:avLst/>
          </a:prstGeom>
          <a:noFill/>
        </p:spPr>
        <p:txBody>
          <a:bodyPr wrap="square" lIns="91440" tIns="45720" rIns="91440" bIns="45720">
            <a:spAutoFit/>
          </a:bodyPr>
          <a:lstStyle/>
          <a:p>
            <a:pPr algn="ctr"/>
            <a:r>
              <a:rPr lang="en-US" sz="7200" dirty="0" smtClean="0">
                <a:ln w="0"/>
                <a:solidFill>
                  <a:schemeClr val="bg1"/>
                </a:solidFill>
                <a:effectLst>
                  <a:outerShdw blurRad="38100" dist="25400" dir="5400000" algn="ctr" rotWithShape="0">
                    <a:srgbClr val="6E747A">
                      <a:alpha val="43000"/>
                    </a:srgbClr>
                  </a:outerShdw>
                </a:effectLst>
              </a:rPr>
              <a:t>Order</a:t>
            </a:r>
            <a:endParaRPr lang="en-US" sz="7200" b="0" cap="none" spc="0" dirty="0">
              <a:ln w="0"/>
              <a:solidFill>
                <a:schemeClr val="bg1"/>
              </a:solidFill>
              <a:effectLst>
                <a:outerShdw blurRad="38100" dist="19050" dir="2700000" algn="tl" rotWithShape="0">
                  <a:schemeClr val="dk1">
                    <a:alpha val="40000"/>
                  </a:schemeClr>
                </a:outerShdw>
              </a:effectLst>
            </a:endParaRPr>
          </a:p>
        </p:txBody>
      </p:sp>
      <p:sp>
        <p:nvSpPr>
          <p:cNvPr id="5" name="Rectangle 4"/>
          <p:cNvSpPr/>
          <p:nvPr/>
        </p:nvSpPr>
        <p:spPr>
          <a:xfrm>
            <a:off x="1220908" y="1388969"/>
            <a:ext cx="5214634" cy="1200329"/>
          </a:xfrm>
          <a:prstGeom prst="rect">
            <a:avLst/>
          </a:prstGeom>
          <a:noFill/>
        </p:spPr>
        <p:txBody>
          <a:bodyPr wrap="none" lIns="91440" tIns="45720" rIns="91440" bIns="45720">
            <a:spAutoFit/>
          </a:bodyPr>
          <a:lstStyle/>
          <a:p>
            <a:pPr algn="ctr"/>
            <a:r>
              <a:rPr lang="en-US" sz="7200" dirty="0" smtClean="0">
                <a:ln w="0"/>
                <a:solidFill>
                  <a:schemeClr val="bg1"/>
                </a:solidFill>
                <a:effectLst>
                  <a:outerShdw blurRad="38100" dist="25400" dir="5400000" algn="ctr" rotWithShape="0">
                    <a:srgbClr val="6E747A">
                      <a:alpha val="43000"/>
                    </a:srgbClr>
                  </a:outerShdw>
                </a:effectLst>
              </a:rPr>
              <a:t>Management</a:t>
            </a:r>
            <a:endParaRPr lang="en-US" sz="7200" dirty="0">
              <a:ln w="0"/>
              <a:solidFill>
                <a:schemeClr val="bg1"/>
              </a:solidFill>
              <a:effectLst>
                <a:outerShdw blurRad="38100" dist="19050" dir="2700000" algn="tl" rotWithShape="0">
                  <a:schemeClr val="dk1">
                    <a:alpha val="40000"/>
                  </a:schemeClr>
                </a:outerShdw>
              </a:effectLst>
            </a:endParaRPr>
          </a:p>
        </p:txBody>
      </p:sp>
      <p:sp>
        <p:nvSpPr>
          <p:cNvPr id="6" name="Rectangle 5"/>
          <p:cNvSpPr/>
          <p:nvPr/>
        </p:nvSpPr>
        <p:spPr>
          <a:xfrm>
            <a:off x="5940152" y="2589298"/>
            <a:ext cx="1689886" cy="1200329"/>
          </a:xfrm>
          <a:prstGeom prst="rect">
            <a:avLst/>
          </a:prstGeom>
          <a:noFill/>
        </p:spPr>
        <p:txBody>
          <a:bodyPr wrap="none" lIns="91440" tIns="45720" rIns="91440" bIns="45720">
            <a:spAutoFit/>
          </a:bodyPr>
          <a:lstStyle/>
          <a:p>
            <a:pPr algn="ctr"/>
            <a:r>
              <a:rPr lang="en-US" sz="7200" dirty="0" smtClean="0">
                <a:ln w="0"/>
                <a:solidFill>
                  <a:schemeClr val="bg1"/>
                </a:solidFill>
                <a:effectLst>
                  <a:outerShdw blurRad="38100" dist="25400" dir="5400000" algn="ctr" rotWithShape="0">
                    <a:srgbClr val="6E747A">
                      <a:alpha val="43000"/>
                    </a:srgbClr>
                  </a:outerShdw>
                </a:effectLst>
              </a:rPr>
              <a:t>App</a:t>
            </a:r>
            <a:endParaRPr lang="en-US" sz="5400" b="0" cap="none" spc="0" dirty="0">
              <a:ln w="0"/>
              <a:solidFill>
                <a:schemeClr val="bg1"/>
              </a:solidFill>
              <a:effectLst>
                <a:outerShdw blurRad="38100" dist="19050" dir="2700000" algn="tl" rotWithShape="0">
                  <a:schemeClr val="dk1">
                    <a:alpha val="40000"/>
                  </a:schemeClr>
                </a:outerShdw>
              </a:effectLst>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4841" y="-243408"/>
            <a:ext cx="3850393" cy="2651749"/>
          </a:xfrm>
          <a:prstGeom prst="rect">
            <a:avLst/>
          </a:prstGeom>
        </p:spPr>
      </p:pic>
      <p:sp>
        <p:nvSpPr>
          <p:cNvPr id="8" name="Rectangle 7"/>
          <p:cNvSpPr/>
          <p:nvPr/>
        </p:nvSpPr>
        <p:spPr>
          <a:xfrm>
            <a:off x="251520" y="2589298"/>
            <a:ext cx="2110450" cy="523220"/>
          </a:xfrm>
          <a:prstGeom prst="rect">
            <a:avLst/>
          </a:prstGeom>
          <a:noFill/>
        </p:spPr>
        <p:txBody>
          <a:bodyPr wrap="none" lIns="91440" tIns="45720" rIns="91440" bIns="45720">
            <a:spAutoFit/>
          </a:bodyPr>
          <a:lstStyle/>
          <a:p>
            <a:pPr algn="ctr"/>
            <a:r>
              <a:rPr lang="en-US" sz="2800" b="0" u="sng" cap="none" spc="0" dirty="0" smtClean="0">
                <a:ln w="0"/>
                <a:solidFill>
                  <a:schemeClr val="bg1"/>
                </a:solidFill>
                <a:effectLst>
                  <a:outerShdw blurRad="38100" dist="19050" dir="2700000" algn="tl" rotWithShape="0">
                    <a:schemeClr val="dk1">
                      <a:alpha val="40000"/>
                    </a:schemeClr>
                  </a:outerShdw>
                </a:effectLst>
              </a:rPr>
              <a:t>Prepared for</a:t>
            </a:r>
            <a:r>
              <a:rPr lang="en-US" sz="2800" b="0" cap="none" spc="0" dirty="0" smtClean="0">
                <a:ln w="0"/>
                <a:solidFill>
                  <a:schemeClr val="bg1"/>
                </a:solidFill>
                <a:effectLst>
                  <a:outerShdw blurRad="38100" dist="19050" dir="2700000" algn="tl" rotWithShape="0">
                    <a:schemeClr val="dk1">
                      <a:alpha val="40000"/>
                    </a:schemeClr>
                  </a:outerShdw>
                </a:effectLst>
              </a:rPr>
              <a:t>:</a:t>
            </a:r>
            <a:endParaRPr lang="en-US" sz="2800" b="0" cap="none" spc="0" dirty="0">
              <a:ln w="0"/>
              <a:solidFill>
                <a:schemeClr val="bg1"/>
              </a:solidFill>
              <a:effectLst>
                <a:outerShdw blurRad="38100" dist="19050" dir="2700000" algn="tl" rotWithShape="0">
                  <a:schemeClr val="dk1">
                    <a:alpha val="40000"/>
                  </a:schemeClr>
                </a:outerShdw>
              </a:effectLst>
            </a:endParaRPr>
          </a:p>
        </p:txBody>
      </p:sp>
      <p:sp>
        <p:nvSpPr>
          <p:cNvPr id="9" name="TextBox 8"/>
          <p:cNvSpPr txBox="1"/>
          <p:nvPr/>
        </p:nvSpPr>
        <p:spPr>
          <a:xfrm>
            <a:off x="212362" y="3289843"/>
            <a:ext cx="2828633" cy="369332"/>
          </a:xfrm>
          <a:prstGeom prst="rect">
            <a:avLst/>
          </a:prstGeom>
          <a:noFill/>
        </p:spPr>
        <p:txBody>
          <a:bodyPr wrap="square" rtlCol="0">
            <a:spAutoFit/>
          </a:bodyPr>
          <a:lstStyle/>
          <a:p>
            <a:r>
              <a:rPr lang="en-US" dirty="0" smtClean="0">
                <a:solidFill>
                  <a:schemeClr val="bg1"/>
                </a:solidFill>
              </a:rPr>
              <a:t>Salesforce Training Program</a:t>
            </a:r>
            <a:endParaRPr lang="en-US" dirty="0">
              <a:solidFill>
                <a:schemeClr val="bg1"/>
              </a:solidFill>
            </a:endParaRPr>
          </a:p>
        </p:txBody>
      </p:sp>
      <p:sp>
        <p:nvSpPr>
          <p:cNvPr id="10" name="TextBox 9"/>
          <p:cNvSpPr txBox="1"/>
          <p:nvPr/>
        </p:nvSpPr>
        <p:spPr>
          <a:xfrm>
            <a:off x="212362" y="3668199"/>
            <a:ext cx="3102644" cy="369332"/>
          </a:xfrm>
          <a:prstGeom prst="rect">
            <a:avLst/>
          </a:prstGeom>
          <a:noFill/>
        </p:spPr>
        <p:txBody>
          <a:bodyPr wrap="none" rtlCol="0">
            <a:spAutoFit/>
          </a:bodyPr>
          <a:lstStyle/>
          <a:p>
            <a:r>
              <a:rPr lang="en-US" dirty="0" smtClean="0">
                <a:solidFill>
                  <a:schemeClr val="bg1"/>
                </a:solidFill>
              </a:rPr>
              <a:t>Capgemini Technology Services</a:t>
            </a:r>
            <a:endParaRPr lang="en-US" dirty="0">
              <a:solidFill>
                <a:schemeClr val="bg1"/>
              </a:solidFill>
            </a:endParaRPr>
          </a:p>
        </p:txBody>
      </p:sp>
      <p:sp>
        <p:nvSpPr>
          <p:cNvPr id="11" name="Rectangle 10"/>
          <p:cNvSpPr/>
          <p:nvPr/>
        </p:nvSpPr>
        <p:spPr>
          <a:xfrm>
            <a:off x="245513" y="4228562"/>
            <a:ext cx="2044149" cy="523220"/>
          </a:xfrm>
          <a:prstGeom prst="rect">
            <a:avLst/>
          </a:prstGeom>
        </p:spPr>
        <p:txBody>
          <a:bodyPr wrap="none">
            <a:spAutoFit/>
          </a:bodyPr>
          <a:lstStyle/>
          <a:p>
            <a:pPr algn="ctr"/>
            <a:r>
              <a:rPr lang="en-US" sz="2800" u="sng" dirty="0">
                <a:ln w="0"/>
                <a:solidFill>
                  <a:schemeClr val="bg1"/>
                </a:solidFill>
                <a:effectLst>
                  <a:outerShdw blurRad="38100" dist="19050" dir="2700000" algn="tl" rotWithShape="0">
                    <a:schemeClr val="dk1">
                      <a:alpha val="40000"/>
                    </a:schemeClr>
                  </a:outerShdw>
                </a:effectLst>
              </a:rPr>
              <a:t>Prepared </a:t>
            </a:r>
            <a:r>
              <a:rPr lang="en-US" sz="2800" u="sng" dirty="0" smtClean="0">
                <a:ln w="0"/>
                <a:solidFill>
                  <a:schemeClr val="bg1"/>
                </a:solidFill>
                <a:effectLst>
                  <a:outerShdw blurRad="38100" dist="19050" dir="2700000" algn="tl" rotWithShape="0">
                    <a:schemeClr val="dk1">
                      <a:alpha val="40000"/>
                    </a:schemeClr>
                  </a:outerShdw>
                </a:effectLst>
              </a:rPr>
              <a:t>by</a:t>
            </a:r>
            <a:r>
              <a:rPr lang="en-US" sz="2800" dirty="0" smtClean="0">
                <a:ln w="0"/>
                <a:solidFill>
                  <a:schemeClr val="bg1"/>
                </a:solidFill>
                <a:effectLst>
                  <a:outerShdw blurRad="38100" dist="19050" dir="2700000" algn="tl" rotWithShape="0">
                    <a:schemeClr val="dk1">
                      <a:alpha val="40000"/>
                    </a:schemeClr>
                  </a:outerShdw>
                </a:effectLst>
              </a:rPr>
              <a:t>:</a:t>
            </a:r>
            <a:endParaRPr lang="en-US" sz="2800" dirty="0">
              <a:ln w="0"/>
              <a:solidFill>
                <a:schemeClr val="bg1"/>
              </a:solidFill>
              <a:effectLst>
                <a:outerShdw blurRad="38100" dist="19050" dir="2700000" algn="tl" rotWithShape="0">
                  <a:schemeClr val="dk1">
                    <a:alpha val="40000"/>
                  </a:schemeClr>
                </a:outerShdw>
              </a:effectLst>
            </a:endParaRPr>
          </a:p>
        </p:txBody>
      </p:sp>
      <p:sp>
        <p:nvSpPr>
          <p:cNvPr id="12" name="TextBox 11"/>
          <p:cNvSpPr txBox="1"/>
          <p:nvPr/>
        </p:nvSpPr>
        <p:spPr>
          <a:xfrm>
            <a:off x="245513" y="4931766"/>
            <a:ext cx="1538691" cy="369332"/>
          </a:xfrm>
          <a:prstGeom prst="rect">
            <a:avLst/>
          </a:prstGeom>
          <a:noFill/>
        </p:spPr>
        <p:txBody>
          <a:bodyPr wrap="none" rtlCol="0">
            <a:spAutoFit/>
          </a:bodyPr>
          <a:lstStyle/>
          <a:p>
            <a:r>
              <a:rPr lang="en-US" dirty="0" smtClean="0">
                <a:solidFill>
                  <a:schemeClr val="bg1"/>
                </a:solidFill>
              </a:rPr>
              <a:t>Sourav Bhadra</a:t>
            </a:r>
            <a:endParaRPr lang="en-US"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Abstract</a:t>
            </a:r>
            <a:endParaRPr lang="en-US" sz="2400" dirty="0"/>
          </a:p>
        </p:txBody>
      </p:sp>
      <p:sp>
        <p:nvSpPr>
          <p:cNvPr id="2" name="Content Placeholder 1"/>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Order Management app is a system to keep track of orders and sales for a company. The sales user can add products and create product invoices. The sales user can generate Invoice for the order. The status of the order is updated systematically with order progress. Customer and sales user can also get email alert for every status update of the order if they want. It generates reports for all the sales and top 10 brand which are sold. It has the dashboard to keep track of the reports generated.</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Objective</a:t>
            </a:r>
            <a:endParaRPr lang="en-US" sz="2400" dirty="0"/>
          </a:p>
        </p:txBody>
      </p:sp>
      <p:sp>
        <p:nvSpPr>
          <p:cNvPr id="3" name="Content Placeholder 2"/>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This order management system is crucial in dealing with real time status of order after entry. This system helps in checking the latest update of the order and it also keep track of any fraudulent activity. This system has a capability to improve flow of work and communication with the vendors and customers.</a:t>
            </a:r>
            <a:endParaRPr lang="en-US"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service industry can have a great boon with this system as they can see the real time sales by the help of reports and  dashboards which could be cost effective. In this fast moving world, both B2B and B2C companies are choosing order management system to have a hustle free delivery for their customers.</a:t>
            </a:r>
            <a:endParaRPr lang="en-US" dirty="0">
              <a:latin typeface="Times New Roman" panose="02020603050405020304" pitchFamily="18" charset="0"/>
              <a:cs typeface="Times New Roman" panose="02020603050405020304" pitchFamily="18" charset="0"/>
            </a:endParaRPr>
          </a:p>
          <a:p>
            <a:pPr algn="just"/>
            <a:endParaRPr lang="en-US" dirty="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Technology Used</a:t>
            </a:r>
            <a:endParaRPr lang="en-US" sz="2400" dirty="0"/>
          </a:p>
        </p:txBody>
      </p:sp>
      <p:sp>
        <p:nvSpPr>
          <p:cNvPr id="2" name="Content Placeholder 1"/>
          <p:cNvSpPr>
            <a:spLocks noGrp="1"/>
          </p:cNvSpPr>
          <p:nvPr>
            <p:ph idx="1"/>
          </p:nvPr>
        </p:nvSpPr>
        <p:spPr/>
        <p:txBody>
          <a:bodyPr/>
          <a:lstStyle/>
          <a:p>
            <a:pPr algn="just"/>
            <a:r>
              <a:rPr lang="en-IN" dirty="0"/>
              <a:t>This project is built on salesforce.com. Customers and companies have become closer with better customer relation management through cloud-based technology. It is an integrated CRM platform, which provides a single view for every customer to all departments, which includes sales, marketing, service, commerce.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Steps</a:t>
            </a:r>
            <a:endParaRPr lang="en-US" sz="2400" dirty="0"/>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30681" y="1501774"/>
            <a:ext cx="3555926" cy="1999233"/>
          </a:xfr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25346" y="1501774"/>
            <a:ext cx="3555925" cy="1999232"/>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5345" y="4135689"/>
            <a:ext cx="3555926" cy="1999232"/>
          </a:xfrm>
          <a:prstGeom prst="rect">
            <a:avLst/>
          </a:prstGeom>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0681" y="4135689"/>
            <a:ext cx="3555925" cy="1999232"/>
          </a:xfrm>
          <a:prstGeom prst="rect">
            <a:avLst/>
          </a:prstGeom>
        </p:spPr>
      </p:pic>
      <p:cxnSp>
        <p:nvCxnSpPr>
          <p:cNvPr id="10" name="Straight Arrow Connector 9"/>
          <p:cNvCxnSpPr/>
          <p:nvPr/>
        </p:nvCxnSpPr>
        <p:spPr>
          <a:xfrm>
            <a:off x="4139951" y="2348880"/>
            <a:ext cx="485394" cy="0"/>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012160" y="3501006"/>
            <a:ext cx="0" cy="634683"/>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4086606" y="5445224"/>
            <a:ext cx="485394" cy="0"/>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Steps (continued)</a:t>
            </a:r>
            <a:endParaRPr lang="en-US" sz="24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543" y="1628800"/>
            <a:ext cx="3672407" cy="2064720"/>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25345" y="1628800"/>
            <a:ext cx="3672407" cy="2064720"/>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5348" y="4221088"/>
            <a:ext cx="3672404" cy="2064719"/>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7544" y="4221086"/>
            <a:ext cx="3672406" cy="2064721"/>
          </a:xfrm>
          <a:prstGeom prst="rect">
            <a:avLst/>
          </a:prstGeom>
        </p:spPr>
      </p:pic>
      <p:cxnSp>
        <p:nvCxnSpPr>
          <p:cNvPr id="8" name="Straight Arrow Connector 7"/>
          <p:cNvCxnSpPr/>
          <p:nvPr/>
        </p:nvCxnSpPr>
        <p:spPr>
          <a:xfrm>
            <a:off x="4139951" y="2348880"/>
            <a:ext cx="485394" cy="0"/>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012160" y="3778917"/>
            <a:ext cx="0" cy="442169"/>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4139951" y="5445224"/>
            <a:ext cx="485394" cy="0"/>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a:t>Steps (continued)</a:t>
            </a:r>
            <a:endParaRPr lang="en-US" sz="2400" dirty="0"/>
          </a:p>
        </p:txBody>
      </p:sp>
      <p:cxnSp>
        <p:nvCxnSpPr>
          <p:cNvPr id="8" name="Straight Arrow Connector 7"/>
          <p:cNvCxnSpPr/>
          <p:nvPr/>
        </p:nvCxnSpPr>
        <p:spPr>
          <a:xfrm>
            <a:off x="4139951" y="2348880"/>
            <a:ext cx="485394" cy="0"/>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012160" y="3778917"/>
            <a:ext cx="0" cy="442169"/>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4139951" y="5445224"/>
            <a:ext cx="485394" cy="0"/>
          </a:xfrm>
          <a:prstGeom prst="straightConnector1">
            <a:avLst/>
          </a:prstGeom>
          <a:ln>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544" y="1579250"/>
            <a:ext cx="3672405" cy="2064720"/>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34423" y="1570486"/>
            <a:ext cx="3603894" cy="2026201"/>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34423" y="4226402"/>
            <a:ext cx="3588306" cy="2017437"/>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6045" y="4167793"/>
            <a:ext cx="3643904" cy="2048696"/>
          </a:xfrm>
          <a:prstGeom prst="rect">
            <a:avLst/>
          </a:prstGeom>
        </p:spPr>
      </p:pic>
    </p:spTree>
    <p:extLst>
      <p:ext uri="{BB962C8B-B14F-4D97-AF65-F5344CB8AC3E}">
        <p14:creationId xmlns:p14="http://schemas.microsoft.com/office/powerpoint/2010/main" val="5454410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Scope</a:t>
            </a:r>
            <a:endParaRPr lang="en-US" sz="2400" dirty="0"/>
          </a:p>
        </p:txBody>
      </p:sp>
      <p:sp>
        <p:nvSpPr>
          <p:cNvPr id="2" name="Content Placeholder 1"/>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Following is the functionality provided by Order Management App</a:t>
            </a:r>
            <a:r>
              <a:rPr lang="en-US" dirty="0"/>
              <a:t>:</a:t>
            </a:r>
          </a:p>
          <a:p>
            <a:r>
              <a:rPr lang="en-US" dirty="0"/>
              <a:t>There are 3 types of user in this app:</a:t>
            </a:r>
          </a:p>
          <a:p>
            <a:pPr marL="342900" indent="-342900">
              <a:buAutoNum type="arabicPeriod"/>
            </a:pPr>
            <a:r>
              <a:rPr lang="en-US" dirty="0"/>
              <a:t>Support User</a:t>
            </a:r>
          </a:p>
          <a:p>
            <a:pPr marL="342900" indent="-342900">
              <a:buAutoNum type="arabicPeriod"/>
            </a:pPr>
            <a:r>
              <a:rPr lang="en-US" dirty="0"/>
              <a:t>Business User</a:t>
            </a:r>
          </a:p>
          <a:p>
            <a:pPr marL="342900" indent="-342900">
              <a:buAutoNum type="arabicPeriod"/>
            </a:pPr>
            <a:r>
              <a:rPr lang="en-US" dirty="0"/>
              <a:t>Sales User</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Scope (Continued)</a:t>
            </a:r>
            <a:endParaRPr lang="en-US" sz="2400" dirty="0"/>
          </a:p>
        </p:txBody>
      </p:sp>
      <p:sp>
        <p:nvSpPr>
          <p:cNvPr id="2" name="Content Placeholder 1"/>
          <p:cNvSpPr>
            <a:spLocks noGrp="1"/>
          </p:cNvSpPr>
          <p:nvPr>
            <p:ph idx="1"/>
          </p:nvPr>
        </p:nvSpPr>
        <p:spPr/>
        <p:txBody>
          <a:bodyPr/>
          <a:lstStyle/>
          <a:p>
            <a:r>
              <a:rPr lang="en-US" b="1" dirty="0"/>
              <a:t>Support User:</a:t>
            </a:r>
          </a:p>
          <a:p>
            <a:pPr marL="400050" indent="-400050">
              <a:buFont typeface="+mj-lt"/>
              <a:buAutoNum type="romanUcPeriod"/>
            </a:pPr>
            <a:r>
              <a:rPr lang="en-US" dirty="0"/>
              <a:t>Create business users and sales user</a:t>
            </a:r>
          </a:p>
          <a:p>
            <a:pPr marL="400050" indent="-400050">
              <a:buFont typeface="+mj-lt"/>
              <a:buAutoNum type="romanUcPeriod"/>
            </a:pPr>
            <a:r>
              <a:rPr lang="en-US" dirty="0"/>
              <a:t>View whole data</a:t>
            </a:r>
          </a:p>
          <a:p>
            <a:pPr marL="400050" indent="-400050">
              <a:buFont typeface="+mj-lt"/>
              <a:buAutoNum type="romanUcPeriod"/>
            </a:pPr>
            <a:r>
              <a:rPr lang="en-US" dirty="0"/>
              <a:t>Manage Accounts, Contacts and Contracts</a:t>
            </a:r>
          </a:p>
          <a:p>
            <a:pPr marL="400050" indent="-400050">
              <a:buFont typeface="+mj-lt"/>
              <a:buAutoNum type="romanUcPeriod"/>
            </a:pPr>
            <a:r>
              <a:rPr lang="en-US" dirty="0"/>
              <a:t>Manage Products</a:t>
            </a:r>
          </a:p>
          <a:p>
            <a:pPr marL="400050" indent="-400050">
              <a:buFont typeface="+mj-lt"/>
              <a:buAutoNum type="romanUcPeriod"/>
            </a:pPr>
            <a:r>
              <a:rPr lang="en-US" dirty="0"/>
              <a:t>View all Orders</a:t>
            </a:r>
          </a:p>
          <a:p>
            <a:pPr marL="400050" indent="-400050">
              <a:buFont typeface="+mj-lt"/>
              <a:buAutoNum type="romanUcPeriod"/>
            </a:pPr>
            <a:r>
              <a:rPr lang="en-US" dirty="0"/>
              <a:t>Approve or reject orders</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Scope (Continued)</a:t>
            </a:r>
            <a:endParaRPr lang="en-US" sz="2400" dirty="0"/>
          </a:p>
        </p:txBody>
      </p:sp>
      <p:sp>
        <p:nvSpPr>
          <p:cNvPr id="2" name="Content Placeholder 1"/>
          <p:cNvSpPr>
            <a:spLocks noGrp="1"/>
          </p:cNvSpPr>
          <p:nvPr>
            <p:ph idx="1"/>
          </p:nvPr>
        </p:nvSpPr>
        <p:spPr/>
        <p:txBody>
          <a:bodyPr/>
          <a:lstStyle/>
          <a:p>
            <a:r>
              <a:rPr lang="en-US" b="1" dirty="0"/>
              <a:t>Business User:</a:t>
            </a:r>
          </a:p>
          <a:p>
            <a:pPr marL="400050" indent="-400050">
              <a:buFont typeface="+mj-lt"/>
              <a:buAutoNum type="romanUcPeriod"/>
            </a:pPr>
            <a:r>
              <a:rPr lang="en-US" dirty="0"/>
              <a:t>View 2 sales user data</a:t>
            </a:r>
          </a:p>
          <a:p>
            <a:pPr marL="400050" indent="-400050">
              <a:buFont typeface="+mj-lt"/>
              <a:buAutoNum type="romanUcPeriod"/>
            </a:pPr>
            <a:r>
              <a:rPr lang="en-US" dirty="0"/>
              <a:t>View Order</a:t>
            </a:r>
          </a:p>
          <a:p>
            <a:pPr marL="400050" indent="-400050">
              <a:buFont typeface="+mj-lt"/>
              <a:buAutoNum type="romanUcPeriod"/>
            </a:pPr>
            <a:r>
              <a:rPr lang="en-US" dirty="0"/>
              <a:t>View Products</a:t>
            </a:r>
          </a:p>
          <a:p>
            <a:pPr marL="400050" indent="-400050">
              <a:buFont typeface="+mj-lt"/>
              <a:buAutoNum type="romanUcPeriod"/>
            </a:pPr>
            <a:r>
              <a:rPr lang="en-US" dirty="0"/>
              <a:t>View reports</a:t>
            </a:r>
          </a:p>
          <a:p>
            <a:pPr marL="400050" indent="-400050">
              <a:buFont typeface="+mj-lt"/>
              <a:buAutoNum type="romanUcPeriod"/>
            </a:pPr>
            <a:r>
              <a:rPr lang="en-US" dirty="0"/>
              <a:t>View dashboards</a:t>
            </a:r>
          </a:p>
        </p:txBody>
      </p:sp>
    </p:spTree>
    <p:extLst>
      <p:ext uri="{BB962C8B-B14F-4D97-AF65-F5344CB8AC3E}">
        <p14:creationId xmlns:p14="http://schemas.microsoft.com/office/powerpoint/2010/main" val="5104528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Scope (Continued)</a:t>
            </a:r>
            <a:endParaRPr lang="en-US" sz="2400" dirty="0"/>
          </a:p>
        </p:txBody>
      </p:sp>
      <p:sp>
        <p:nvSpPr>
          <p:cNvPr id="2" name="Content Placeholder 1"/>
          <p:cNvSpPr>
            <a:spLocks noGrp="1"/>
          </p:cNvSpPr>
          <p:nvPr>
            <p:ph idx="1"/>
          </p:nvPr>
        </p:nvSpPr>
        <p:spPr/>
        <p:txBody>
          <a:bodyPr/>
          <a:lstStyle/>
          <a:p>
            <a:r>
              <a:rPr lang="en-US" b="1" dirty="0"/>
              <a:t>Sales User:</a:t>
            </a:r>
          </a:p>
          <a:p>
            <a:pPr marL="400050" indent="-400050">
              <a:buFont typeface="+mj-lt"/>
              <a:buAutoNum type="romanUcPeriod"/>
            </a:pPr>
            <a:r>
              <a:rPr lang="en-US" dirty="0"/>
              <a:t>Create Account</a:t>
            </a:r>
          </a:p>
          <a:p>
            <a:pPr marL="400050" indent="-400050">
              <a:buFont typeface="+mj-lt"/>
              <a:buAutoNum type="romanUcPeriod"/>
            </a:pPr>
            <a:r>
              <a:rPr lang="en-US" dirty="0"/>
              <a:t>Create contact</a:t>
            </a:r>
          </a:p>
          <a:p>
            <a:pPr marL="400050" indent="-400050">
              <a:buFont typeface="+mj-lt"/>
              <a:buAutoNum type="romanUcPeriod"/>
            </a:pPr>
            <a:r>
              <a:rPr lang="en-US" dirty="0"/>
              <a:t>Manage Order</a:t>
            </a:r>
          </a:p>
          <a:p>
            <a:pPr marL="400050" indent="-400050">
              <a:buFont typeface="+mj-lt"/>
              <a:buAutoNum type="romanUcPeriod"/>
            </a:pPr>
            <a:r>
              <a:rPr lang="en-US" dirty="0"/>
              <a:t>Search products</a:t>
            </a:r>
          </a:p>
          <a:p>
            <a:pPr marL="400050" indent="-400050">
              <a:buFont typeface="+mj-lt"/>
              <a:buAutoNum type="romanUcPeriod"/>
            </a:pPr>
            <a:r>
              <a:rPr lang="en-US" dirty="0"/>
              <a:t>Add products</a:t>
            </a:r>
          </a:p>
          <a:p>
            <a:pPr marL="400050" indent="-400050">
              <a:buFont typeface="+mj-lt"/>
              <a:buAutoNum type="romanUcPeriod"/>
            </a:pPr>
            <a:r>
              <a:rPr lang="en-US" dirty="0"/>
              <a:t>Confirm/cancel order</a:t>
            </a:r>
          </a:p>
          <a:p>
            <a:endParaRPr lang="en-US" dirty="0"/>
          </a:p>
        </p:txBody>
      </p:sp>
    </p:spTree>
    <p:extLst>
      <p:ext uri="{BB962C8B-B14F-4D97-AF65-F5344CB8AC3E}">
        <p14:creationId xmlns:p14="http://schemas.microsoft.com/office/powerpoint/2010/main" val="18050898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Scope (Continued)</a:t>
            </a:r>
            <a:endParaRPr lang="en-US" sz="2400" dirty="0"/>
          </a:p>
        </p:txBody>
      </p:sp>
      <p:sp>
        <p:nvSpPr>
          <p:cNvPr id="2" name="Content Placeholder 1"/>
          <p:cNvSpPr>
            <a:spLocks noGrp="1"/>
          </p:cNvSpPr>
          <p:nvPr>
            <p:ph idx="1"/>
          </p:nvPr>
        </p:nvSpPr>
        <p:spPr/>
        <p:txBody>
          <a:bodyPr/>
          <a:lstStyle/>
          <a:p>
            <a:pPr marL="285750" indent="-285750">
              <a:buFont typeface="Arial" panose="020B0604020202020204" pitchFamily="34" charset="0"/>
              <a:buChar char="•"/>
            </a:pPr>
            <a:r>
              <a:rPr lang="en-US" dirty="0"/>
              <a:t>Functionalities done in Lightning Web Components (LWC):</a:t>
            </a:r>
          </a:p>
          <a:p>
            <a:pPr marL="742950" lvl="1" indent="-285750">
              <a:buFont typeface="Arial" panose="020B0604020202020204" pitchFamily="34" charset="0"/>
              <a:buChar char="•"/>
            </a:pPr>
            <a:r>
              <a:rPr lang="en-US" dirty="0"/>
              <a:t>Searching of products in order</a:t>
            </a:r>
          </a:p>
          <a:p>
            <a:pPr marL="742950" lvl="1" indent="-285750">
              <a:buFont typeface="Arial" panose="020B0604020202020204" pitchFamily="34" charset="0"/>
              <a:buChar char="•"/>
            </a:pPr>
            <a:r>
              <a:rPr lang="en-US" dirty="0"/>
              <a:t>Adding of products to Order Products</a:t>
            </a:r>
          </a:p>
          <a:p>
            <a:pPr marL="742950" lvl="1" indent="-285750">
              <a:buFont typeface="Arial" panose="020B0604020202020204" pitchFamily="34" charset="0"/>
              <a:buChar char="•"/>
            </a:pPr>
            <a:r>
              <a:rPr lang="en-US" dirty="0"/>
              <a:t>Record view of an order</a:t>
            </a:r>
          </a:p>
          <a:p>
            <a:pPr marL="742950" lvl="1" indent="-285750">
              <a:buFont typeface="Arial" panose="020B0604020202020204" pitchFamily="34" charset="0"/>
              <a:buChar char="•"/>
            </a:pPr>
            <a:r>
              <a:rPr lang="en-US" dirty="0"/>
              <a:t>Record view of Order Products</a:t>
            </a:r>
          </a:p>
          <a:p>
            <a:pPr marL="742950" lvl="1" indent="-285750">
              <a:buFont typeface="Arial" panose="020B0604020202020204" pitchFamily="34" charset="0"/>
              <a:buChar char="•"/>
            </a:pPr>
            <a:r>
              <a:rPr lang="en-US" dirty="0"/>
              <a:t>Confirm/Cancel buttons of Order</a:t>
            </a:r>
          </a:p>
          <a:p>
            <a:pPr marL="742950" lvl="1" indent="-285750">
              <a:buFont typeface="Arial" panose="020B0604020202020204" pitchFamily="34" charset="0"/>
              <a:buChar char="•"/>
            </a:pPr>
            <a:r>
              <a:rPr lang="en-US" dirty="0"/>
              <a:t>Necessary error view</a:t>
            </a:r>
          </a:p>
          <a:p>
            <a:pPr marL="742950" lvl="1" indent="-285750">
              <a:buFont typeface="Arial" panose="020B0604020202020204" pitchFamily="34" charset="0"/>
              <a:buChar char="•"/>
            </a:pPr>
            <a:r>
              <a:rPr lang="en-US" dirty="0"/>
              <a:t>New and Edit button of Order is overridden with help of Aura</a:t>
            </a:r>
            <a:r>
              <a:rPr lang="en-US" dirty="0" smtClean="0"/>
              <a:t>.</a:t>
            </a:r>
            <a:endParaRPr lang="en-US" dirty="0"/>
          </a:p>
        </p:txBody>
      </p:sp>
    </p:spTree>
    <p:extLst>
      <p:ext uri="{BB962C8B-B14F-4D97-AF65-F5344CB8AC3E}">
        <p14:creationId xmlns:p14="http://schemas.microsoft.com/office/powerpoint/2010/main" val="31862422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Out of scope</a:t>
            </a:r>
            <a:endParaRPr lang="en-US" sz="2400" dirty="0"/>
          </a:p>
        </p:txBody>
      </p:sp>
      <p:sp>
        <p:nvSpPr>
          <p:cNvPr id="2" name="Content Placeholder 1"/>
          <p:cNvSpPr>
            <a:spLocks noGrp="1"/>
          </p:cNvSpPr>
          <p:nvPr>
            <p:ph idx="1"/>
          </p:nvPr>
        </p:nvSpPr>
        <p:spPr/>
        <p:txBody>
          <a:bodyPr/>
          <a:lstStyle/>
          <a:p>
            <a:pPr marL="285750" indent="-285750">
              <a:buFont typeface="Arial" panose="020B0604020202020204" pitchFamily="34" charset="0"/>
              <a:buChar char="•"/>
            </a:pPr>
            <a:r>
              <a:rPr lang="en-US" dirty="0"/>
              <a:t>Only 2 active users can be there in salesforce free license so, approvals are from sales to support </a:t>
            </a:r>
            <a:r>
              <a:rPr lang="en-US" dirty="0" smtClean="0"/>
              <a:t>users.</a:t>
            </a:r>
          </a:p>
          <a:p>
            <a:pPr marL="285750" indent="-285750">
              <a:buFont typeface="Arial" panose="020B0604020202020204" pitchFamily="34" charset="0"/>
              <a:buChar char="•"/>
            </a:pPr>
            <a:r>
              <a:rPr lang="en-US" dirty="0" smtClean="0"/>
              <a:t>The status for delivery is not changed programmatically.</a:t>
            </a:r>
            <a:endParaRPr lang="en-US" dirty="0"/>
          </a:p>
          <a:p>
            <a:pPr marL="285750" indent="-285750">
              <a:buFont typeface="Arial" panose="020B0604020202020204" pitchFamily="34" charset="0"/>
              <a:buChar char="•"/>
            </a:pPr>
            <a:r>
              <a:rPr lang="en-US" dirty="0" smtClean="0"/>
              <a:t>The order delivery doesn’t create any tracking details for the order.</a:t>
            </a:r>
          </a:p>
          <a:p>
            <a:pPr marL="285750" indent="-285750">
              <a:buFont typeface="Arial" panose="020B0604020202020204" pitchFamily="34" charset="0"/>
              <a:buChar char="•"/>
            </a:pPr>
            <a:r>
              <a:rPr lang="en-US" dirty="0" smtClean="0"/>
              <a:t>The related list of </a:t>
            </a:r>
            <a:r>
              <a:rPr lang="en-US" dirty="0" err="1" smtClean="0"/>
              <a:t>OrderItem</a:t>
            </a:r>
            <a:r>
              <a:rPr lang="en-US" dirty="0" smtClean="0"/>
              <a:t> in Order is the default component of the salesforce.</a:t>
            </a:r>
          </a:p>
          <a:p>
            <a:pPr marL="285750" indent="-285750">
              <a:buFont typeface="Arial" panose="020B0604020202020204" pitchFamily="34" charset="0"/>
              <a:buChar char="•"/>
            </a:pPr>
            <a:r>
              <a:rPr lang="en-US" dirty="0" smtClean="0"/>
              <a:t>The products in standard </a:t>
            </a:r>
            <a:r>
              <a:rPr lang="en-US" dirty="0" err="1"/>
              <a:t>P</a:t>
            </a:r>
            <a:r>
              <a:rPr lang="en-US" dirty="0" err="1" smtClean="0"/>
              <a:t>ricebook</a:t>
            </a:r>
            <a:r>
              <a:rPr lang="en-US" dirty="0" smtClean="0"/>
              <a:t> </a:t>
            </a:r>
            <a:r>
              <a:rPr lang="en-US" smtClean="0"/>
              <a:t>are shown </a:t>
            </a:r>
            <a:r>
              <a:rPr lang="en-US" dirty="0" smtClean="0"/>
              <a:t>in search component.</a:t>
            </a:r>
            <a:endParaRPr lang="en-US" dirty="0" smtClean="0"/>
          </a:p>
          <a:p>
            <a:pPr marL="285750" indent="-285750">
              <a:buFont typeface="Arial" panose="020B0604020202020204" pitchFamily="34" charset="0"/>
              <a:buChar char="•"/>
            </a:pPr>
            <a:endParaRPr 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TzZ9AyfU70.O66e.c9FkV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4F2559C04AE4488E94205E47398A2E" ma:contentTypeVersion="1" ma:contentTypeDescription="Create a new document." ma:contentTypeScope="" ma:versionID="bb2d9302acd88bfb40288f9de05848d0">
  <xsd:schema xmlns:xsd="http://www.w3.org/2001/XMLSchema" xmlns:xs="http://www.w3.org/2001/XMLSchema" xmlns:p="http://schemas.microsoft.com/office/2006/metadata/properties" xmlns:ns2="a85eb2a3-840f-4054-86f6-d41d0c1cba4b" xmlns:ns3="952a6df7-b138-4f89-9bc4-e7a874ea3254" targetNamespace="http://schemas.microsoft.com/office/2006/metadata/properties" ma:root="true" ma:fieldsID="2d7d6362be7cac7839ee051b71b7ca70" ns2:_="" ns3:_="">
    <xsd:import namespace="a85eb2a3-840f-4054-86f6-d41d0c1cba4b"/>
    <xsd:import namespace="952a6df7-b138-4f89-9bc4-e7a874ea3254"/>
    <xsd:element name="properties">
      <xsd:complexType>
        <xsd:sequence>
          <xsd:element name="documentManagement">
            <xsd:complexType>
              <xsd:all>
                <xsd:element ref="ns2:Material_x0020_Type"/>
                <xsd:element ref="ns3:Folder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5eb2a3-840f-4054-86f6-d41d0c1cba4b" elementFormDefault="qualified">
    <xsd:import namespace="http://schemas.microsoft.com/office/2006/documentManagement/types"/>
    <xsd:import namespace="http://schemas.microsoft.com/office/infopath/2007/PartnerControls"/>
    <xsd:element name="Material_x0020_Type" ma:index="8" ma:displayName="Material Type" ma:default="Template" ma:format="Dropdown" ma:internalName="Material_x0020_Type">
      <xsd:simpleType>
        <xsd:restriction base="dms:Choice">
          <xsd:enumeration value="Procedure"/>
          <xsd:enumeration value="Guideline"/>
          <xsd:enumeration value="Form"/>
          <xsd:enumeration value="Format"/>
          <xsd:enumeration value="General"/>
          <xsd:enumeration value="Template"/>
        </xsd:restriction>
      </xsd:simpleType>
    </xsd:element>
  </xsd:schema>
  <xsd:schema xmlns:xsd="http://www.w3.org/2001/XMLSchema" xmlns:xs="http://www.w3.org/2001/XMLSchema" xmlns:dms="http://schemas.microsoft.com/office/2006/documentManagement/types" xmlns:pc="http://schemas.microsoft.com/office/infopath/2007/PartnerControls" targetNamespace="952a6df7-b138-4f89-9bc4-e7a874ea3254" elementFormDefault="qualified">
    <xsd:import namespace="http://schemas.microsoft.com/office/2006/documentManagement/types"/>
    <xsd:import namespace="http://schemas.microsoft.com/office/infopath/2007/PartnerControls"/>
    <xsd:element name="FolderName" ma:index="9" nillable="true" ma:displayName="FolderName" ma:internalName="FolderNam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Name xmlns="952a6df7-b138-4f89-9bc4-e7a874ea3254">D:\2016\CoursewareRebranding</FolderName>
    <Material_x0020_Type xmlns="a85eb2a3-840f-4054-86f6-d41d0c1cba4b">Template</Material_x0020_Type>
  </documentManagement>
</p:properties>
</file>

<file path=customXml/itemProps1.xml><?xml version="1.0" encoding="utf-8"?>
<ds:datastoreItem xmlns:ds="http://schemas.openxmlformats.org/officeDocument/2006/customXml" ds:itemID="{1D388FF6-FC9B-4F3A-8C9E-F50B5860EC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5eb2a3-840f-4054-86f6-d41d0c1cba4b"/>
    <ds:schemaRef ds:uri="952a6df7-b138-4f89-9bc4-e7a874ea32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6D7665F-8C87-49F1-94B0-6D13FB5E127F}">
  <ds:schemaRefs>
    <ds:schemaRef ds:uri="http://schemas.microsoft.com/sharepoint/v3/contenttype/forms"/>
  </ds:schemaRefs>
</ds:datastoreItem>
</file>

<file path=customXml/itemProps3.xml><?xml version="1.0" encoding="utf-8"?>
<ds:datastoreItem xmlns:ds="http://schemas.openxmlformats.org/officeDocument/2006/customXml" ds:itemID="{E63433B7-998A-4D4C-91CD-BC966B06FCAD}">
  <ds:schemaRefs>
    <ds:schemaRef ds:uri="http://www.w3.org/XML/1998/namespace"/>
    <ds:schemaRef ds:uri="http://purl.org/dc/elements/1.1/"/>
    <ds:schemaRef ds:uri="http://schemas.microsoft.com/office/2006/documentManagement/types"/>
    <ds:schemaRef ds:uri="http://purl.org/dc/terms/"/>
    <ds:schemaRef ds:uri="952a6df7-b138-4f89-9bc4-e7a874ea3254"/>
    <ds:schemaRef ds:uri="http://schemas.microsoft.com/office/2006/metadata/properties"/>
    <ds:schemaRef ds:uri="http://purl.org/dc/dcmitype/"/>
    <ds:schemaRef ds:uri="http://schemas.microsoft.com/office/infopath/2007/PartnerControls"/>
    <ds:schemaRef ds:uri="http://schemas.openxmlformats.org/package/2006/metadata/core-properties"/>
    <ds:schemaRef ds:uri="a85eb2a3-840f-4054-86f6-d41d0c1cba4b"/>
  </ds:schemaRefs>
</ds:datastoreItem>
</file>

<file path=docProps/app.xml><?xml version="1.0" encoding="utf-8"?>
<Properties xmlns="http://schemas.openxmlformats.org/officeDocument/2006/extended-properties" xmlns:vt="http://schemas.openxmlformats.org/officeDocument/2006/docPropsVTypes">
  <Template/>
  <TotalTime>1920</TotalTime>
  <Words>599</Words>
  <Application>Microsoft Office PowerPoint</Application>
  <PresentationFormat>On-screen Show (4:3)</PresentationFormat>
  <Paragraphs>98</Paragraphs>
  <Slides>13</Slides>
  <Notes>13</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22" baseType="lpstr">
      <vt:lpstr>Arial</vt:lpstr>
      <vt:lpstr>Calibri</vt:lpstr>
      <vt:lpstr>Candara</vt:lpstr>
      <vt:lpstr>Helvetica Light</vt:lpstr>
      <vt:lpstr>Times New Roman</vt:lpstr>
      <vt:lpstr>Wingdings</vt:lpstr>
      <vt:lpstr>1_Corporate Presentation Template (4x3 - Normal)</vt:lpstr>
      <vt:lpstr>3_Office Theme</vt:lpstr>
      <vt:lpstr>think-cell Slide</vt:lpstr>
      <vt:lpstr>PowerPoint Presentation</vt:lpstr>
      <vt:lpstr>Abstract</vt:lpstr>
      <vt:lpstr>Objective</vt:lpstr>
      <vt:lpstr>Technology Used</vt:lpstr>
      <vt:lpstr>Steps</vt:lpstr>
      <vt:lpstr>Steps (continued)</vt:lpstr>
      <vt:lpstr>Steps (continued)</vt:lpstr>
      <vt:lpstr>Scope</vt:lpstr>
      <vt:lpstr>Scope (Continued)</vt:lpstr>
      <vt:lpstr>Scope (Continued)</vt:lpstr>
      <vt:lpstr>Scope (Continued)</vt:lpstr>
      <vt:lpstr>Scope (Continued)</vt:lpstr>
      <vt:lpstr>Out of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Nithin P Thulaseedharan</dc:creator>
  <cp:lastModifiedBy>srbbdr@gmail.com</cp:lastModifiedBy>
  <cp:revision>92</cp:revision>
  <dcterms:created xsi:type="dcterms:W3CDTF">2014-04-28T11:21:39Z</dcterms:created>
  <dcterms:modified xsi:type="dcterms:W3CDTF">2020-05-16T05:26:19Z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0x010100A64F2559C04AE4488E94205E47398A2E</vt:lpwstr>
  </property>
</Properties>
</file>